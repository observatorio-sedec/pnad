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12382500" cy="9525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0C0D"/>
    <a:srgbClr val="1A1BFF"/>
    <a:srgbClr val="E6E6E6"/>
    <a:srgbClr val="A1C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3826" autoAdjust="0"/>
  </p:normalViewPr>
  <p:slideViewPr>
    <p:cSldViewPr snapToGrid="0">
      <p:cViewPr varScale="1">
        <p:scale>
          <a:sx n="75" d="100"/>
          <a:sy n="75" d="100"/>
        </p:scale>
        <p:origin x="1908" y="-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8688" y="1558838"/>
            <a:ext cx="10525125" cy="3316111"/>
          </a:xfrm>
        </p:spPr>
        <p:txBody>
          <a:bodyPr anchor="b"/>
          <a:lstStyle>
            <a:lvl1pPr algn="ctr">
              <a:defRPr sz="812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7813" y="5002831"/>
            <a:ext cx="9286875" cy="2299669"/>
          </a:xfrm>
        </p:spPr>
        <p:txBody>
          <a:bodyPr/>
          <a:lstStyle>
            <a:lvl1pPr marL="0" indent="0" algn="ctr">
              <a:buNone/>
              <a:defRPr sz="3250"/>
            </a:lvl1pPr>
            <a:lvl2pPr marL="619140" indent="0" algn="ctr">
              <a:buNone/>
              <a:defRPr sz="2708"/>
            </a:lvl2pPr>
            <a:lvl3pPr marL="1238280" indent="0" algn="ctr">
              <a:buNone/>
              <a:defRPr sz="2438"/>
            </a:lvl3pPr>
            <a:lvl4pPr marL="1857421" indent="0" algn="ctr">
              <a:buNone/>
              <a:defRPr sz="2167"/>
            </a:lvl4pPr>
            <a:lvl5pPr marL="2476561" indent="0" algn="ctr">
              <a:buNone/>
              <a:defRPr sz="2167"/>
            </a:lvl5pPr>
            <a:lvl6pPr marL="3095701" indent="0" algn="ctr">
              <a:buNone/>
              <a:defRPr sz="2167"/>
            </a:lvl6pPr>
            <a:lvl7pPr marL="3714841" indent="0" algn="ctr">
              <a:buNone/>
              <a:defRPr sz="2167"/>
            </a:lvl7pPr>
            <a:lvl8pPr marL="4333982" indent="0" algn="ctr">
              <a:buNone/>
              <a:defRPr sz="2167"/>
            </a:lvl8pPr>
            <a:lvl9pPr marL="4953122" indent="0" algn="ctr">
              <a:buNone/>
              <a:defRPr sz="2167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200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824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848" y="2374638"/>
            <a:ext cx="10679906" cy="3962135"/>
          </a:xfrm>
        </p:spPr>
        <p:txBody>
          <a:bodyPr anchor="b"/>
          <a:lstStyle>
            <a:lvl1pPr>
              <a:defRPr sz="812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4848" y="6374256"/>
            <a:ext cx="10679906" cy="2083593"/>
          </a:xfrm>
        </p:spPr>
        <p:txBody>
          <a:bodyPr/>
          <a:lstStyle>
            <a:lvl1pPr marL="0" indent="0">
              <a:buNone/>
              <a:defRPr sz="3250">
                <a:solidFill>
                  <a:schemeClr val="tx1"/>
                </a:solidFill>
              </a:defRPr>
            </a:lvl1pPr>
            <a:lvl2pPr marL="619140" indent="0">
              <a:buNone/>
              <a:defRPr sz="2708">
                <a:solidFill>
                  <a:schemeClr val="tx1">
                    <a:tint val="75000"/>
                  </a:schemeClr>
                </a:solidFill>
              </a:defRPr>
            </a:lvl2pPr>
            <a:lvl3pPr marL="1238280" indent="0">
              <a:buNone/>
              <a:defRPr sz="2438">
                <a:solidFill>
                  <a:schemeClr val="tx1">
                    <a:tint val="75000"/>
                  </a:schemeClr>
                </a:solidFill>
              </a:defRPr>
            </a:lvl3pPr>
            <a:lvl4pPr marL="185742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4pPr>
            <a:lvl5pPr marL="247656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5pPr>
            <a:lvl6pPr marL="309570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6pPr>
            <a:lvl7pPr marL="3714841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7pPr>
            <a:lvl8pPr marL="4333982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8pPr>
            <a:lvl9pPr marL="4953122" indent="0">
              <a:buNone/>
              <a:defRPr sz="21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91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1297" y="2535590"/>
            <a:ext cx="5262563" cy="60435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8640" y="2535590"/>
            <a:ext cx="5262563" cy="60435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199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10" y="507120"/>
            <a:ext cx="10679906" cy="184106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2911" y="2334949"/>
            <a:ext cx="5238377" cy="1144322"/>
          </a:xfrm>
        </p:spPr>
        <p:txBody>
          <a:bodyPr anchor="b"/>
          <a:lstStyle>
            <a:lvl1pPr marL="0" indent="0">
              <a:buNone/>
              <a:defRPr sz="3250" b="1"/>
            </a:lvl1pPr>
            <a:lvl2pPr marL="619140" indent="0">
              <a:buNone/>
              <a:defRPr sz="2708" b="1"/>
            </a:lvl2pPr>
            <a:lvl3pPr marL="1238280" indent="0">
              <a:buNone/>
              <a:defRPr sz="2438" b="1"/>
            </a:lvl3pPr>
            <a:lvl4pPr marL="1857421" indent="0">
              <a:buNone/>
              <a:defRPr sz="2167" b="1"/>
            </a:lvl4pPr>
            <a:lvl5pPr marL="2476561" indent="0">
              <a:buNone/>
              <a:defRPr sz="2167" b="1"/>
            </a:lvl5pPr>
            <a:lvl6pPr marL="3095701" indent="0">
              <a:buNone/>
              <a:defRPr sz="2167" b="1"/>
            </a:lvl6pPr>
            <a:lvl7pPr marL="3714841" indent="0">
              <a:buNone/>
              <a:defRPr sz="2167" b="1"/>
            </a:lvl7pPr>
            <a:lvl8pPr marL="4333982" indent="0">
              <a:buNone/>
              <a:defRPr sz="2167" b="1"/>
            </a:lvl8pPr>
            <a:lvl9pPr marL="4953122" indent="0">
              <a:buNone/>
              <a:defRPr sz="21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2911" y="3479271"/>
            <a:ext cx="5238377" cy="51174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8641" y="2334949"/>
            <a:ext cx="5264175" cy="1144322"/>
          </a:xfrm>
        </p:spPr>
        <p:txBody>
          <a:bodyPr anchor="b"/>
          <a:lstStyle>
            <a:lvl1pPr marL="0" indent="0">
              <a:buNone/>
              <a:defRPr sz="3250" b="1"/>
            </a:lvl1pPr>
            <a:lvl2pPr marL="619140" indent="0">
              <a:buNone/>
              <a:defRPr sz="2708" b="1"/>
            </a:lvl2pPr>
            <a:lvl3pPr marL="1238280" indent="0">
              <a:buNone/>
              <a:defRPr sz="2438" b="1"/>
            </a:lvl3pPr>
            <a:lvl4pPr marL="1857421" indent="0">
              <a:buNone/>
              <a:defRPr sz="2167" b="1"/>
            </a:lvl4pPr>
            <a:lvl5pPr marL="2476561" indent="0">
              <a:buNone/>
              <a:defRPr sz="2167" b="1"/>
            </a:lvl5pPr>
            <a:lvl6pPr marL="3095701" indent="0">
              <a:buNone/>
              <a:defRPr sz="2167" b="1"/>
            </a:lvl6pPr>
            <a:lvl7pPr marL="3714841" indent="0">
              <a:buNone/>
              <a:defRPr sz="2167" b="1"/>
            </a:lvl7pPr>
            <a:lvl8pPr marL="4333982" indent="0">
              <a:buNone/>
              <a:defRPr sz="2167" b="1"/>
            </a:lvl8pPr>
            <a:lvl9pPr marL="4953122" indent="0">
              <a:buNone/>
              <a:defRPr sz="21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8641" y="3479271"/>
            <a:ext cx="5264175" cy="51174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1009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3570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663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09" y="635000"/>
            <a:ext cx="3993679" cy="222250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4175" y="1371426"/>
            <a:ext cx="6268641" cy="6768924"/>
          </a:xfrm>
        </p:spPr>
        <p:txBody>
          <a:bodyPr/>
          <a:lstStyle>
            <a:lvl1pPr>
              <a:defRPr sz="4333"/>
            </a:lvl1pPr>
            <a:lvl2pPr>
              <a:defRPr sz="3792"/>
            </a:lvl2pPr>
            <a:lvl3pPr>
              <a:defRPr sz="3250"/>
            </a:lvl3pPr>
            <a:lvl4pPr>
              <a:defRPr sz="2708"/>
            </a:lvl4pPr>
            <a:lvl5pPr>
              <a:defRPr sz="2708"/>
            </a:lvl5pPr>
            <a:lvl6pPr>
              <a:defRPr sz="2708"/>
            </a:lvl6pPr>
            <a:lvl7pPr>
              <a:defRPr sz="2708"/>
            </a:lvl7pPr>
            <a:lvl8pPr>
              <a:defRPr sz="2708"/>
            </a:lvl8pPr>
            <a:lvl9pPr>
              <a:defRPr sz="2708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2909" y="2857500"/>
            <a:ext cx="3993679" cy="5293872"/>
          </a:xfrm>
        </p:spPr>
        <p:txBody>
          <a:bodyPr/>
          <a:lstStyle>
            <a:lvl1pPr marL="0" indent="0">
              <a:buNone/>
              <a:defRPr sz="2167"/>
            </a:lvl1pPr>
            <a:lvl2pPr marL="619140" indent="0">
              <a:buNone/>
              <a:defRPr sz="1896"/>
            </a:lvl2pPr>
            <a:lvl3pPr marL="1238280" indent="0">
              <a:buNone/>
              <a:defRPr sz="1625"/>
            </a:lvl3pPr>
            <a:lvl4pPr marL="1857421" indent="0">
              <a:buNone/>
              <a:defRPr sz="1354"/>
            </a:lvl4pPr>
            <a:lvl5pPr marL="2476561" indent="0">
              <a:buNone/>
              <a:defRPr sz="1354"/>
            </a:lvl5pPr>
            <a:lvl6pPr marL="3095701" indent="0">
              <a:buNone/>
              <a:defRPr sz="1354"/>
            </a:lvl6pPr>
            <a:lvl7pPr marL="3714841" indent="0">
              <a:buNone/>
              <a:defRPr sz="1354"/>
            </a:lvl7pPr>
            <a:lvl8pPr marL="4333982" indent="0">
              <a:buNone/>
              <a:defRPr sz="1354"/>
            </a:lvl8pPr>
            <a:lvl9pPr marL="4953122" indent="0">
              <a:buNone/>
              <a:defRPr sz="13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411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909" y="635000"/>
            <a:ext cx="3993679" cy="2222500"/>
          </a:xfrm>
        </p:spPr>
        <p:txBody>
          <a:bodyPr anchor="b"/>
          <a:lstStyle>
            <a:lvl1pPr>
              <a:defRPr sz="433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64175" y="1371426"/>
            <a:ext cx="6268641" cy="6768924"/>
          </a:xfrm>
        </p:spPr>
        <p:txBody>
          <a:bodyPr anchor="t"/>
          <a:lstStyle>
            <a:lvl1pPr marL="0" indent="0">
              <a:buNone/>
              <a:defRPr sz="4333"/>
            </a:lvl1pPr>
            <a:lvl2pPr marL="619140" indent="0">
              <a:buNone/>
              <a:defRPr sz="3792"/>
            </a:lvl2pPr>
            <a:lvl3pPr marL="1238280" indent="0">
              <a:buNone/>
              <a:defRPr sz="3250"/>
            </a:lvl3pPr>
            <a:lvl4pPr marL="1857421" indent="0">
              <a:buNone/>
              <a:defRPr sz="2708"/>
            </a:lvl4pPr>
            <a:lvl5pPr marL="2476561" indent="0">
              <a:buNone/>
              <a:defRPr sz="2708"/>
            </a:lvl5pPr>
            <a:lvl6pPr marL="3095701" indent="0">
              <a:buNone/>
              <a:defRPr sz="2708"/>
            </a:lvl6pPr>
            <a:lvl7pPr marL="3714841" indent="0">
              <a:buNone/>
              <a:defRPr sz="2708"/>
            </a:lvl7pPr>
            <a:lvl8pPr marL="4333982" indent="0">
              <a:buNone/>
              <a:defRPr sz="2708"/>
            </a:lvl8pPr>
            <a:lvl9pPr marL="4953122" indent="0">
              <a:buNone/>
              <a:defRPr sz="2708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2909" y="2857500"/>
            <a:ext cx="3993679" cy="5293872"/>
          </a:xfrm>
        </p:spPr>
        <p:txBody>
          <a:bodyPr/>
          <a:lstStyle>
            <a:lvl1pPr marL="0" indent="0">
              <a:buNone/>
              <a:defRPr sz="2167"/>
            </a:lvl1pPr>
            <a:lvl2pPr marL="619140" indent="0">
              <a:buNone/>
              <a:defRPr sz="1896"/>
            </a:lvl2pPr>
            <a:lvl3pPr marL="1238280" indent="0">
              <a:buNone/>
              <a:defRPr sz="1625"/>
            </a:lvl3pPr>
            <a:lvl4pPr marL="1857421" indent="0">
              <a:buNone/>
              <a:defRPr sz="1354"/>
            </a:lvl4pPr>
            <a:lvl5pPr marL="2476561" indent="0">
              <a:buNone/>
              <a:defRPr sz="1354"/>
            </a:lvl5pPr>
            <a:lvl6pPr marL="3095701" indent="0">
              <a:buNone/>
              <a:defRPr sz="1354"/>
            </a:lvl6pPr>
            <a:lvl7pPr marL="3714841" indent="0">
              <a:buNone/>
              <a:defRPr sz="1354"/>
            </a:lvl7pPr>
            <a:lvl8pPr marL="4333982" indent="0">
              <a:buNone/>
              <a:defRPr sz="1354"/>
            </a:lvl8pPr>
            <a:lvl9pPr marL="4953122" indent="0">
              <a:buNone/>
              <a:defRPr sz="1354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428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599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61227" y="507118"/>
            <a:ext cx="2669977" cy="807199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1298" y="507118"/>
            <a:ext cx="7855148" cy="807199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2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1297" y="507120"/>
            <a:ext cx="10679906" cy="18410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1297" y="2535590"/>
            <a:ext cx="10679906" cy="6043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1297" y="8828266"/>
            <a:ext cx="2786063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94FED-2C35-495D-9716-D20DC0AF5B1D}" type="datetimeFigureOut">
              <a:rPr lang="pt-BR" smtClean="0"/>
              <a:t>12/08/2025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01703" y="8828266"/>
            <a:ext cx="4179094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45140" y="8828266"/>
            <a:ext cx="2786063" cy="5071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044E3-E0F9-44AE-9238-968B3C625A2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194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38280" rtl="0" eaLnBrk="1" latinLnBrk="0" hangingPunct="1">
        <a:lnSpc>
          <a:spcPct val="90000"/>
        </a:lnSpc>
        <a:spcBef>
          <a:spcPct val="0"/>
        </a:spcBef>
        <a:buNone/>
        <a:defRPr sz="595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9570" indent="-309570" algn="l" defTabSz="1238280" rtl="0" eaLnBrk="1" latinLnBrk="0" hangingPunct="1">
        <a:lnSpc>
          <a:spcPct val="90000"/>
        </a:lnSpc>
        <a:spcBef>
          <a:spcPts val="1354"/>
        </a:spcBef>
        <a:buFont typeface="Arial" panose="020B0604020202020204" pitchFamily="34" charset="0"/>
        <a:buChar char="•"/>
        <a:defRPr sz="3792" kern="1200">
          <a:solidFill>
            <a:schemeClr val="tx1"/>
          </a:solidFill>
          <a:latin typeface="+mn-lt"/>
          <a:ea typeface="+mn-ea"/>
          <a:cs typeface="+mn-cs"/>
        </a:defRPr>
      </a:lvl1pPr>
      <a:lvl2pPr marL="928710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3250" kern="1200">
          <a:solidFill>
            <a:schemeClr val="tx1"/>
          </a:solidFill>
          <a:latin typeface="+mn-lt"/>
          <a:ea typeface="+mn-ea"/>
          <a:cs typeface="+mn-cs"/>
        </a:defRPr>
      </a:lvl2pPr>
      <a:lvl3pPr marL="154785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708" kern="1200">
          <a:solidFill>
            <a:schemeClr val="tx1"/>
          </a:solidFill>
          <a:latin typeface="+mn-lt"/>
          <a:ea typeface="+mn-ea"/>
          <a:cs typeface="+mn-cs"/>
        </a:defRPr>
      </a:lvl3pPr>
      <a:lvl4pPr marL="216699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4pPr>
      <a:lvl5pPr marL="278613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5pPr>
      <a:lvl6pPr marL="3405271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6pPr>
      <a:lvl7pPr marL="402441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7pPr>
      <a:lvl8pPr marL="464355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8pPr>
      <a:lvl9pPr marL="5262692" indent="-309570" algn="l" defTabSz="1238280" rtl="0" eaLnBrk="1" latinLnBrk="0" hangingPunct="1">
        <a:lnSpc>
          <a:spcPct val="90000"/>
        </a:lnSpc>
        <a:spcBef>
          <a:spcPts val="677"/>
        </a:spcBef>
        <a:buFont typeface="Arial" panose="020B0604020202020204" pitchFamily="34" charset="0"/>
        <a:buChar char="•"/>
        <a:defRPr sz="24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1pPr>
      <a:lvl2pPr marL="61914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2pPr>
      <a:lvl3pPr marL="1238280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3pPr>
      <a:lvl4pPr marL="185742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4pPr>
      <a:lvl5pPr marL="247656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5pPr>
      <a:lvl6pPr marL="309570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6pPr>
      <a:lvl7pPr marL="3714841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7pPr>
      <a:lvl8pPr marL="4333982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8pPr>
      <a:lvl9pPr marL="4953122" algn="l" defTabSz="1238280" rtl="0" eaLnBrk="1" latinLnBrk="0" hangingPunct="1">
        <a:defRPr sz="24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5743FF6-52B8-DF22-7468-C44F801CF777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8F78B5F-1A7E-A98F-665E-814ABC9B77B7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CE0C088-7327-1534-50D2-BE616463C996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11CBFC4-9274-EF5C-1A99-6E2B0EFC4619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01BD7CC7-7C18-657C-448E-A51AC6B1EE09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EC23B424-7F9A-89C1-CCA1-3E30A950EEA6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1BDC0B3-18EC-877F-F524-3FAB0FC786CA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solidFill>
            <a:srgbClr val="A1C0E5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1FE3064-08A4-AEF6-2DC6-16DD49893346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205EFBA-5997-6510-050B-F4D795087F5B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A91A2B6-5499-68ED-E2FE-5F3C980353CE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A3B83B3-AC8E-5F3D-EAA6-A5B1AC15709B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867450E-9221-C3C3-0A12-E6D4B9C06503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FBD8EE-F5F9-1B6C-D289-D5D8FE312DB2}"/>
              </a:ext>
            </a:extLst>
          </p:cNvPr>
          <p:cNvSpPr/>
          <p:nvPr/>
        </p:nvSpPr>
        <p:spPr>
          <a:xfrm>
            <a:off x="8957309" y="671379"/>
            <a:ext cx="3333750" cy="6667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0BE95E0-04CF-A082-6C8A-9CC6878ABB67}"/>
              </a:ext>
            </a:extLst>
          </p:cNvPr>
          <p:cNvSpPr/>
          <p:nvPr/>
        </p:nvSpPr>
        <p:spPr>
          <a:xfrm>
            <a:off x="49923" y="170529"/>
            <a:ext cx="1714500" cy="17145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60C4EAC3-F4AD-FF14-8840-CF1F8A62E9E7}"/>
              </a:ext>
            </a:extLst>
          </p:cNvPr>
          <p:cNvSpPr/>
          <p:nvPr/>
        </p:nvSpPr>
        <p:spPr>
          <a:xfrm>
            <a:off x="9016268" y="1079599"/>
            <a:ext cx="752475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B1E8EA8-180D-D579-DE5B-AEBEA2C35D4A}"/>
              </a:ext>
            </a:extLst>
          </p:cNvPr>
          <p:cNvSpPr/>
          <p:nvPr/>
        </p:nvSpPr>
        <p:spPr>
          <a:xfrm>
            <a:off x="9871709" y="1074231"/>
            <a:ext cx="752475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4086CE42-A459-9692-DFB1-CB33D436FEF9}"/>
              </a:ext>
            </a:extLst>
          </p:cNvPr>
          <p:cNvSpPr/>
          <p:nvPr/>
        </p:nvSpPr>
        <p:spPr>
          <a:xfrm>
            <a:off x="10752994" y="1074231"/>
            <a:ext cx="752475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039796B1-0296-B50B-5C87-D02F194F6038}"/>
              </a:ext>
            </a:extLst>
          </p:cNvPr>
          <p:cNvSpPr/>
          <p:nvPr/>
        </p:nvSpPr>
        <p:spPr>
          <a:xfrm>
            <a:off x="11555390" y="1074231"/>
            <a:ext cx="752475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07146EC8-CE4F-68EF-0619-71A2A5CEC693}"/>
              </a:ext>
            </a:extLst>
          </p:cNvPr>
          <p:cNvSpPr/>
          <p:nvPr/>
        </p:nvSpPr>
        <p:spPr>
          <a:xfrm>
            <a:off x="8522606" y="1612437"/>
            <a:ext cx="18669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32460F62-6F4F-E0F3-5ECF-AE2EDE8A2A73}"/>
              </a:ext>
            </a:extLst>
          </p:cNvPr>
          <p:cNvSpPr/>
          <p:nvPr/>
        </p:nvSpPr>
        <p:spPr>
          <a:xfrm>
            <a:off x="10474080" y="1602813"/>
            <a:ext cx="18669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266F70BB-A643-902A-4A19-742D686BCC97}"/>
              </a:ext>
            </a:extLst>
          </p:cNvPr>
          <p:cNvSpPr/>
          <p:nvPr/>
        </p:nvSpPr>
        <p:spPr>
          <a:xfrm>
            <a:off x="8171719" y="1074231"/>
            <a:ext cx="752475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907871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87849-583A-7C1B-D40E-BDA8DD94A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FAE31AC-D95B-5D57-9EA8-D85349D75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4" y="0"/>
            <a:ext cx="12316266" cy="9525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11F4089-4595-CFD4-5748-DDBE70F6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" y="37071"/>
            <a:ext cx="12381586" cy="9525000"/>
          </a:xfrm>
          <a:prstGeom prst="rect">
            <a:avLst/>
          </a:prstGeom>
        </p:spPr>
      </p:pic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FD4D47D-D7F3-110F-4F23-9C34808DA1D3}"/>
              </a:ext>
            </a:extLst>
          </p:cNvPr>
          <p:cNvSpPr/>
          <p:nvPr/>
        </p:nvSpPr>
        <p:spPr>
          <a:xfrm>
            <a:off x="152729" y="2701880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0EA71F3D-784D-99D6-A788-F4ECBD3B1588}"/>
              </a:ext>
            </a:extLst>
          </p:cNvPr>
          <p:cNvSpPr/>
          <p:nvPr/>
        </p:nvSpPr>
        <p:spPr>
          <a:xfrm>
            <a:off x="152729" y="3376106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DD9F12A-122C-7F19-B4CD-8ED61EB3E1A3}"/>
              </a:ext>
            </a:extLst>
          </p:cNvPr>
          <p:cNvSpPr/>
          <p:nvPr/>
        </p:nvSpPr>
        <p:spPr>
          <a:xfrm>
            <a:off x="152729" y="4713851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0AEE96A-7B60-0424-A811-E4A4AC60AF3F}"/>
              </a:ext>
            </a:extLst>
          </p:cNvPr>
          <p:cNvSpPr/>
          <p:nvPr/>
        </p:nvSpPr>
        <p:spPr>
          <a:xfrm>
            <a:off x="152729" y="4039625"/>
            <a:ext cx="1112109" cy="5143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49B5D31-3005-75D9-9909-D2A34ED7D68F}"/>
              </a:ext>
            </a:extLst>
          </p:cNvPr>
          <p:cNvSpPr/>
          <p:nvPr/>
        </p:nvSpPr>
        <p:spPr>
          <a:xfrm>
            <a:off x="136914" y="2042195"/>
            <a:ext cx="1112109" cy="447675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CF6FF22E-5461-6B60-6601-720FB2C2F22A}"/>
              </a:ext>
            </a:extLst>
          </p:cNvPr>
          <p:cNvSpPr/>
          <p:nvPr/>
        </p:nvSpPr>
        <p:spPr>
          <a:xfrm>
            <a:off x="83038" y="147504"/>
            <a:ext cx="1809750" cy="17145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96E50AE2-52B3-E972-B080-61B9AAD8A2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946" y="18536"/>
            <a:ext cx="12381586" cy="9525000"/>
          </a:xfrm>
          <a:prstGeom prst="rect">
            <a:avLst/>
          </a:prstGeom>
        </p:spPr>
      </p:pic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C37AD0B-6942-F4C3-AFD4-9B2B380BAE3C}"/>
              </a:ext>
            </a:extLst>
          </p:cNvPr>
          <p:cNvSpPr/>
          <p:nvPr/>
        </p:nvSpPr>
        <p:spPr>
          <a:xfrm>
            <a:off x="91441" y="68313"/>
            <a:ext cx="1714500" cy="1714500"/>
          </a:xfrm>
          <a:prstGeom prst="roundRect">
            <a:avLst/>
          </a:prstGeom>
          <a:solidFill>
            <a:srgbClr val="A1C0E5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A0F5CF4-A706-DD01-DAC9-AB2CC4C5D2BE}"/>
              </a:ext>
            </a:extLst>
          </p:cNvPr>
          <p:cNvSpPr/>
          <p:nvPr/>
        </p:nvSpPr>
        <p:spPr>
          <a:xfrm>
            <a:off x="80259" y="187818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F0F3445-DE47-5B05-007A-475D8466DB34}"/>
              </a:ext>
            </a:extLst>
          </p:cNvPr>
          <p:cNvSpPr/>
          <p:nvPr/>
        </p:nvSpPr>
        <p:spPr>
          <a:xfrm>
            <a:off x="80259" y="231106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EB39B6C-C2B4-0934-CC02-1C1083414C62}"/>
              </a:ext>
            </a:extLst>
          </p:cNvPr>
          <p:cNvSpPr/>
          <p:nvPr/>
        </p:nvSpPr>
        <p:spPr>
          <a:xfrm>
            <a:off x="73922" y="2785503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0F10717D-364F-26AC-BF2F-A09500A19C64}"/>
              </a:ext>
            </a:extLst>
          </p:cNvPr>
          <p:cNvSpPr/>
          <p:nvPr/>
        </p:nvSpPr>
        <p:spPr>
          <a:xfrm>
            <a:off x="82371" y="3248240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8FB38AF4-1C5C-FB88-1FE3-680ED72F476C}"/>
              </a:ext>
            </a:extLst>
          </p:cNvPr>
          <p:cNvSpPr/>
          <p:nvPr/>
        </p:nvSpPr>
        <p:spPr>
          <a:xfrm>
            <a:off x="73922" y="3710456"/>
            <a:ext cx="1101600" cy="36000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D62236C3-41DA-5C45-B787-79471E091672}"/>
              </a:ext>
            </a:extLst>
          </p:cNvPr>
          <p:cNvSpPr/>
          <p:nvPr/>
        </p:nvSpPr>
        <p:spPr>
          <a:xfrm>
            <a:off x="8957309" y="671379"/>
            <a:ext cx="3333750" cy="66675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E1BCB8D-2CA2-AF87-FD6B-68361DED22A8}"/>
              </a:ext>
            </a:extLst>
          </p:cNvPr>
          <p:cNvSpPr/>
          <p:nvPr/>
        </p:nvSpPr>
        <p:spPr>
          <a:xfrm>
            <a:off x="-57412" y="-18536"/>
            <a:ext cx="12415198" cy="9938955"/>
          </a:xfrm>
          <a:prstGeom prst="rect">
            <a:avLst/>
          </a:prstGeom>
          <a:solidFill>
            <a:srgbClr val="0E0C0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F45E3683-F6B6-DB2A-829D-422E69FDFEBB}"/>
              </a:ext>
            </a:extLst>
          </p:cNvPr>
          <p:cNvSpPr/>
          <p:nvPr/>
        </p:nvSpPr>
        <p:spPr>
          <a:xfrm>
            <a:off x="49923" y="170530"/>
            <a:ext cx="1200150" cy="16668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037780B2-3D3D-1F97-30DE-2FD27D86B534}"/>
              </a:ext>
            </a:extLst>
          </p:cNvPr>
          <p:cNvSpPr/>
          <p:nvPr/>
        </p:nvSpPr>
        <p:spPr>
          <a:xfrm>
            <a:off x="9016268" y="1079599"/>
            <a:ext cx="752475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44F40B1-B867-AD28-2190-7F1F3E6B3E68}"/>
              </a:ext>
            </a:extLst>
          </p:cNvPr>
          <p:cNvSpPr/>
          <p:nvPr/>
        </p:nvSpPr>
        <p:spPr>
          <a:xfrm>
            <a:off x="9871709" y="1074231"/>
            <a:ext cx="752475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6CC7A436-AF62-D912-47BA-CCB47780D289}"/>
              </a:ext>
            </a:extLst>
          </p:cNvPr>
          <p:cNvSpPr/>
          <p:nvPr/>
        </p:nvSpPr>
        <p:spPr>
          <a:xfrm>
            <a:off x="10752994" y="1074231"/>
            <a:ext cx="752475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A26CAC82-0293-A16D-8D8A-F9BC913CEDB9}"/>
              </a:ext>
            </a:extLst>
          </p:cNvPr>
          <p:cNvSpPr/>
          <p:nvPr/>
        </p:nvSpPr>
        <p:spPr>
          <a:xfrm>
            <a:off x="11555390" y="1074231"/>
            <a:ext cx="752475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: Cantos Arredondados 34">
            <a:extLst>
              <a:ext uri="{FF2B5EF4-FFF2-40B4-BE49-F238E27FC236}">
                <a16:creationId xmlns:a16="http://schemas.microsoft.com/office/drawing/2014/main" id="{9583940A-E043-AA99-A7F4-2BAB8044452C}"/>
              </a:ext>
            </a:extLst>
          </p:cNvPr>
          <p:cNvSpPr/>
          <p:nvPr/>
        </p:nvSpPr>
        <p:spPr>
          <a:xfrm>
            <a:off x="8522606" y="1612437"/>
            <a:ext cx="18669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2953235D-CF77-BFEF-F662-F200E0106D83}"/>
              </a:ext>
            </a:extLst>
          </p:cNvPr>
          <p:cNvSpPr/>
          <p:nvPr/>
        </p:nvSpPr>
        <p:spPr>
          <a:xfrm>
            <a:off x="10474080" y="1602813"/>
            <a:ext cx="1866900" cy="360000"/>
          </a:xfrm>
          <a:prstGeom prst="roundRect">
            <a:avLst/>
          </a:prstGeom>
          <a:solidFill>
            <a:schemeClr val="bg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: Cantos Arredondados 41">
            <a:extLst>
              <a:ext uri="{FF2B5EF4-FFF2-40B4-BE49-F238E27FC236}">
                <a16:creationId xmlns:a16="http://schemas.microsoft.com/office/drawing/2014/main" id="{5C320637-7F8F-37B8-515B-29B1E5904F7D}"/>
              </a:ext>
            </a:extLst>
          </p:cNvPr>
          <p:cNvSpPr/>
          <p:nvPr/>
        </p:nvSpPr>
        <p:spPr>
          <a:xfrm>
            <a:off x="8171719" y="1074231"/>
            <a:ext cx="752475" cy="360000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144DD5FE-AEE1-D7C6-67D0-527CBFAFAF15}"/>
              </a:ext>
            </a:extLst>
          </p:cNvPr>
          <p:cNvSpPr/>
          <p:nvPr/>
        </p:nvSpPr>
        <p:spPr>
          <a:xfrm>
            <a:off x="1421523" y="170530"/>
            <a:ext cx="1200150" cy="1666875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83E5097-DA72-6274-F269-EFFD30703B08}"/>
              </a:ext>
            </a:extLst>
          </p:cNvPr>
          <p:cNvSpPr/>
          <p:nvPr/>
        </p:nvSpPr>
        <p:spPr>
          <a:xfrm>
            <a:off x="18165" y="2238183"/>
            <a:ext cx="12272893" cy="4772025"/>
          </a:xfrm>
          <a:prstGeom prst="roundRect">
            <a:avLst>
              <a:gd name="adj" fmla="val 3443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823D320-0648-C0AD-B363-EE32D4CB1651}"/>
              </a:ext>
            </a:extLst>
          </p:cNvPr>
          <p:cNvSpPr/>
          <p:nvPr/>
        </p:nvSpPr>
        <p:spPr>
          <a:xfrm>
            <a:off x="1" y="7046129"/>
            <a:ext cx="12272893" cy="2676525"/>
          </a:xfrm>
          <a:prstGeom prst="roundRect">
            <a:avLst>
              <a:gd name="adj" fmla="val 3675"/>
            </a:avLst>
          </a:prstGeom>
          <a:noFill/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8700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606</TotalTime>
  <Words>0</Words>
  <Application>Microsoft Office PowerPoint</Application>
  <PresentationFormat>Personalizar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Freitas</dc:creator>
  <cp:lastModifiedBy>ti sedec</cp:lastModifiedBy>
  <cp:revision>7</cp:revision>
  <dcterms:created xsi:type="dcterms:W3CDTF">2024-04-15T15:08:03Z</dcterms:created>
  <dcterms:modified xsi:type="dcterms:W3CDTF">2025-08-12T16:37:10Z</dcterms:modified>
</cp:coreProperties>
</file>