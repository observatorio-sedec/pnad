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9" r:id="rId3"/>
    <p:sldId id="260" r:id="rId4"/>
    <p:sldId id="262" r:id="rId5"/>
    <p:sldId id="264" r:id="rId6"/>
    <p:sldId id="263" r:id="rId7"/>
    <p:sldId id="261" r:id="rId8"/>
    <p:sldId id="258" r:id="rId9"/>
  </p:sldIdLst>
  <p:sldSz cx="12382500" cy="9525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A1B28"/>
    <a:srgbClr val="1A1B22"/>
    <a:srgbClr val="DDDDDD"/>
    <a:srgbClr val="A0B2C8"/>
    <a:srgbClr val="4E6E8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4" autoAdjust="0"/>
    <p:restoredTop sz="94660"/>
  </p:normalViewPr>
  <p:slideViewPr>
    <p:cSldViewPr snapToGrid="0">
      <p:cViewPr varScale="1">
        <p:scale>
          <a:sx n="76" d="100"/>
          <a:sy n="76" d="100"/>
        </p:scale>
        <p:origin x="1182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28688" y="1558838"/>
            <a:ext cx="10525125" cy="3316111"/>
          </a:xfrm>
        </p:spPr>
        <p:txBody>
          <a:bodyPr anchor="b"/>
          <a:lstStyle>
            <a:lvl1pPr algn="ctr">
              <a:defRPr sz="8125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47813" y="5002831"/>
            <a:ext cx="9286875" cy="2299669"/>
          </a:xfrm>
        </p:spPr>
        <p:txBody>
          <a:bodyPr/>
          <a:lstStyle>
            <a:lvl1pPr marL="0" indent="0" algn="ctr">
              <a:buNone/>
              <a:defRPr sz="3250"/>
            </a:lvl1pPr>
            <a:lvl2pPr marL="619140" indent="0" algn="ctr">
              <a:buNone/>
              <a:defRPr sz="2708"/>
            </a:lvl2pPr>
            <a:lvl3pPr marL="1238280" indent="0" algn="ctr">
              <a:buNone/>
              <a:defRPr sz="2438"/>
            </a:lvl3pPr>
            <a:lvl4pPr marL="1857421" indent="0" algn="ctr">
              <a:buNone/>
              <a:defRPr sz="2167"/>
            </a:lvl4pPr>
            <a:lvl5pPr marL="2476561" indent="0" algn="ctr">
              <a:buNone/>
              <a:defRPr sz="2167"/>
            </a:lvl5pPr>
            <a:lvl6pPr marL="3095701" indent="0" algn="ctr">
              <a:buNone/>
              <a:defRPr sz="2167"/>
            </a:lvl6pPr>
            <a:lvl7pPr marL="3714841" indent="0" algn="ctr">
              <a:buNone/>
              <a:defRPr sz="2167"/>
            </a:lvl7pPr>
            <a:lvl8pPr marL="4333982" indent="0" algn="ctr">
              <a:buNone/>
              <a:defRPr sz="2167"/>
            </a:lvl8pPr>
            <a:lvl9pPr marL="4953122" indent="0" algn="ctr">
              <a:buNone/>
              <a:defRPr sz="2167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94FED-2C35-495D-9716-D20DC0AF5B1D}" type="datetimeFigureOut">
              <a:rPr lang="pt-BR" smtClean="0"/>
              <a:t>13/08/2025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044E3-E0F9-44AE-9238-968B3C625A2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02002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94FED-2C35-495D-9716-D20DC0AF5B1D}" type="datetimeFigureOut">
              <a:rPr lang="pt-BR" smtClean="0"/>
              <a:t>13/08/2025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044E3-E0F9-44AE-9238-968B3C625A2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588249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4848" y="2374638"/>
            <a:ext cx="10679906" cy="3962135"/>
          </a:xfrm>
        </p:spPr>
        <p:txBody>
          <a:bodyPr anchor="b"/>
          <a:lstStyle>
            <a:lvl1pPr>
              <a:defRPr sz="8125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4848" y="6374256"/>
            <a:ext cx="10679906" cy="2083593"/>
          </a:xfrm>
        </p:spPr>
        <p:txBody>
          <a:bodyPr/>
          <a:lstStyle>
            <a:lvl1pPr marL="0" indent="0">
              <a:buNone/>
              <a:defRPr sz="3250">
                <a:solidFill>
                  <a:schemeClr val="tx1"/>
                </a:solidFill>
              </a:defRPr>
            </a:lvl1pPr>
            <a:lvl2pPr marL="619140" indent="0">
              <a:buNone/>
              <a:defRPr sz="2708">
                <a:solidFill>
                  <a:schemeClr val="tx1">
                    <a:tint val="75000"/>
                  </a:schemeClr>
                </a:solidFill>
              </a:defRPr>
            </a:lvl2pPr>
            <a:lvl3pPr marL="1238280" indent="0">
              <a:buNone/>
              <a:defRPr sz="2438">
                <a:solidFill>
                  <a:schemeClr val="tx1">
                    <a:tint val="75000"/>
                  </a:schemeClr>
                </a:solidFill>
              </a:defRPr>
            </a:lvl3pPr>
            <a:lvl4pPr marL="1857421" indent="0">
              <a:buNone/>
              <a:defRPr sz="2167">
                <a:solidFill>
                  <a:schemeClr val="tx1">
                    <a:tint val="75000"/>
                  </a:schemeClr>
                </a:solidFill>
              </a:defRPr>
            </a:lvl4pPr>
            <a:lvl5pPr marL="2476561" indent="0">
              <a:buNone/>
              <a:defRPr sz="2167">
                <a:solidFill>
                  <a:schemeClr val="tx1">
                    <a:tint val="75000"/>
                  </a:schemeClr>
                </a:solidFill>
              </a:defRPr>
            </a:lvl5pPr>
            <a:lvl6pPr marL="3095701" indent="0">
              <a:buNone/>
              <a:defRPr sz="2167">
                <a:solidFill>
                  <a:schemeClr val="tx1">
                    <a:tint val="75000"/>
                  </a:schemeClr>
                </a:solidFill>
              </a:defRPr>
            </a:lvl6pPr>
            <a:lvl7pPr marL="3714841" indent="0">
              <a:buNone/>
              <a:defRPr sz="2167">
                <a:solidFill>
                  <a:schemeClr val="tx1">
                    <a:tint val="75000"/>
                  </a:schemeClr>
                </a:solidFill>
              </a:defRPr>
            </a:lvl7pPr>
            <a:lvl8pPr marL="4333982" indent="0">
              <a:buNone/>
              <a:defRPr sz="2167">
                <a:solidFill>
                  <a:schemeClr val="tx1">
                    <a:tint val="75000"/>
                  </a:schemeClr>
                </a:solidFill>
              </a:defRPr>
            </a:lvl8pPr>
            <a:lvl9pPr marL="4953122" indent="0">
              <a:buNone/>
              <a:defRPr sz="21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94FED-2C35-495D-9716-D20DC0AF5B1D}" type="datetimeFigureOut">
              <a:rPr lang="pt-BR" smtClean="0"/>
              <a:t>13/08/2025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044E3-E0F9-44AE-9238-968B3C625A2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89157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51297" y="2535590"/>
            <a:ext cx="5262563" cy="6043525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68640" y="2535590"/>
            <a:ext cx="5262563" cy="6043525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94FED-2C35-495D-9716-D20DC0AF5B1D}" type="datetimeFigureOut">
              <a:rPr lang="pt-BR" smtClean="0"/>
              <a:t>13/08/2025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044E3-E0F9-44AE-9238-968B3C625A2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19903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2910" y="507120"/>
            <a:ext cx="10679906" cy="184106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2911" y="2334949"/>
            <a:ext cx="5238377" cy="1144322"/>
          </a:xfrm>
        </p:spPr>
        <p:txBody>
          <a:bodyPr anchor="b"/>
          <a:lstStyle>
            <a:lvl1pPr marL="0" indent="0">
              <a:buNone/>
              <a:defRPr sz="3250" b="1"/>
            </a:lvl1pPr>
            <a:lvl2pPr marL="619140" indent="0">
              <a:buNone/>
              <a:defRPr sz="2708" b="1"/>
            </a:lvl2pPr>
            <a:lvl3pPr marL="1238280" indent="0">
              <a:buNone/>
              <a:defRPr sz="2438" b="1"/>
            </a:lvl3pPr>
            <a:lvl4pPr marL="1857421" indent="0">
              <a:buNone/>
              <a:defRPr sz="2167" b="1"/>
            </a:lvl4pPr>
            <a:lvl5pPr marL="2476561" indent="0">
              <a:buNone/>
              <a:defRPr sz="2167" b="1"/>
            </a:lvl5pPr>
            <a:lvl6pPr marL="3095701" indent="0">
              <a:buNone/>
              <a:defRPr sz="2167" b="1"/>
            </a:lvl6pPr>
            <a:lvl7pPr marL="3714841" indent="0">
              <a:buNone/>
              <a:defRPr sz="2167" b="1"/>
            </a:lvl7pPr>
            <a:lvl8pPr marL="4333982" indent="0">
              <a:buNone/>
              <a:defRPr sz="2167" b="1"/>
            </a:lvl8pPr>
            <a:lvl9pPr marL="4953122" indent="0">
              <a:buNone/>
              <a:defRPr sz="2167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52911" y="3479271"/>
            <a:ext cx="5238377" cy="511748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68641" y="2334949"/>
            <a:ext cx="5264175" cy="1144322"/>
          </a:xfrm>
        </p:spPr>
        <p:txBody>
          <a:bodyPr anchor="b"/>
          <a:lstStyle>
            <a:lvl1pPr marL="0" indent="0">
              <a:buNone/>
              <a:defRPr sz="3250" b="1"/>
            </a:lvl1pPr>
            <a:lvl2pPr marL="619140" indent="0">
              <a:buNone/>
              <a:defRPr sz="2708" b="1"/>
            </a:lvl2pPr>
            <a:lvl3pPr marL="1238280" indent="0">
              <a:buNone/>
              <a:defRPr sz="2438" b="1"/>
            </a:lvl3pPr>
            <a:lvl4pPr marL="1857421" indent="0">
              <a:buNone/>
              <a:defRPr sz="2167" b="1"/>
            </a:lvl4pPr>
            <a:lvl5pPr marL="2476561" indent="0">
              <a:buNone/>
              <a:defRPr sz="2167" b="1"/>
            </a:lvl5pPr>
            <a:lvl6pPr marL="3095701" indent="0">
              <a:buNone/>
              <a:defRPr sz="2167" b="1"/>
            </a:lvl6pPr>
            <a:lvl7pPr marL="3714841" indent="0">
              <a:buNone/>
              <a:defRPr sz="2167" b="1"/>
            </a:lvl7pPr>
            <a:lvl8pPr marL="4333982" indent="0">
              <a:buNone/>
              <a:defRPr sz="2167" b="1"/>
            </a:lvl8pPr>
            <a:lvl9pPr marL="4953122" indent="0">
              <a:buNone/>
              <a:defRPr sz="2167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68641" y="3479271"/>
            <a:ext cx="5264175" cy="511748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94FED-2C35-495D-9716-D20DC0AF5B1D}" type="datetimeFigureOut">
              <a:rPr lang="pt-BR" smtClean="0"/>
              <a:t>13/08/2025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044E3-E0F9-44AE-9238-968B3C625A2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910091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94FED-2C35-495D-9716-D20DC0AF5B1D}" type="datetimeFigureOut">
              <a:rPr lang="pt-BR" smtClean="0"/>
              <a:t>13/08/2025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044E3-E0F9-44AE-9238-968B3C625A2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373570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94FED-2C35-495D-9716-D20DC0AF5B1D}" type="datetimeFigureOut">
              <a:rPr lang="pt-BR" smtClean="0"/>
              <a:t>13/08/2025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044E3-E0F9-44AE-9238-968B3C625A2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96639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2909" y="635000"/>
            <a:ext cx="3993679" cy="2222500"/>
          </a:xfrm>
        </p:spPr>
        <p:txBody>
          <a:bodyPr anchor="b"/>
          <a:lstStyle>
            <a:lvl1pPr>
              <a:defRPr sz="4333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4175" y="1371426"/>
            <a:ext cx="6268641" cy="6768924"/>
          </a:xfrm>
        </p:spPr>
        <p:txBody>
          <a:bodyPr/>
          <a:lstStyle>
            <a:lvl1pPr>
              <a:defRPr sz="4333"/>
            </a:lvl1pPr>
            <a:lvl2pPr>
              <a:defRPr sz="3792"/>
            </a:lvl2pPr>
            <a:lvl3pPr>
              <a:defRPr sz="3250"/>
            </a:lvl3pPr>
            <a:lvl4pPr>
              <a:defRPr sz="2708"/>
            </a:lvl4pPr>
            <a:lvl5pPr>
              <a:defRPr sz="2708"/>
            </a:lvl5pPr>
            <a:lvl6pPr>
              <a:defRPr sz="2708"/>
            </a:lvl6pPr>
            <a:lvl7pPr>
              <a:defRPr sz="2708"/>
            </a:lvl7pPr>
            <a:lvl8pPr>
              <a:defRPr sz="2708"/>
            </a:lvl8pPr>
            <a:lvl9pPr>
              <a:defRPr sz="2708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2909" y="2857500"/>
            <a:ext cx="3993679" cy="5293872"/>
          </a:xfrm>
        </p:spPr>
        <p:txBody>
          <a:bodyPr/>
          <a:lstStyle>
            <a:lvl1pPr marL="0" indent="0">
              <a:buNone/>
              <a:defRPr sz="2167"/>
            </a:lvl1pPr>
            <a:lvl2pPr marL="619140" indent="0">
              <a:buNone/>
              <a:defRPr sz="1896"/>
            </a:lvl2pPr>
            <a:lvl3pPr marL="1238280" indent="0">
              <a:buNone/>
              <a:defRPr sz="1625"/>
            </a:lvl3pPr>
            <a:lvl4pPr marL="1857421" indent="0">
              <a:buNone/>
              <a:defRPr sz="1354"/>
            </a:lvl4pPr>
            <a:lvl5pPr marL="2476561" indent="0">
              <a:buNone/>
              <a:defRPr sz="1354"/>
            </a:lvl5pPr>
            <a:lvl6pPr marL="3095701" indent="0">
              <a:buNone/>
              <a:defRPr sz="1354"/>
            </a:lvl6pPr>
            <a:lvl7pPr marL="3714841" indent="0">
              <a:buNone/>
              <a:defRPr sz="1354"/>
            </a:lvl7pPr>
            <a:lvl8pPr marL="4333982" indent="0">
              <a:buNone/>
              <a:defRPr sz="1354"/>
            </a:lvl8pPr>
            <a:lvl9pPr marL="4953122" indent="0">
              <a:buNone/>
              <a:defRPr sz="1354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94FED-2C35-495D-9716-D20DC0AF5B1D}" type="datetimeFigureOut">
              <a:rPr lang="pt-BR" smtClean="0"/>
              <a:t>13/08/2025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044E3-E0F9-44AE-9238-968B3C625A2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434110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2909" y="635000"/>
            <a:ext cx="3993679" cy="2222500"/>
          </a:xfrm>
        </p:spPr>
        <p:txBody>
          <a:bodyPr anchor="b"/>
          <a:lstStyle>
            <a:lvl1pPr>
              <a:defRPr sz="4333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64175" y="1371426"/>
            <a:ext cx="6268641" cy="6768924"/>
          </a:xfrm>
        </p:spPr>
        <p:txBody>
          <a:bodyPr anchor="t"/>
          <a:lstStyle>
            <a:lvl1pPr marL="0" indent="0">
              <a:buNone/>
              <a:defRPr sz="4333"/>
            </a:lvl1pPr>
            <a:lvl2pPr marL="619140" indent="0">
              <a:buNone/>
              <a:defRPr sz="3792"/>
            </a:lvl2pPr>
            <a:lvl3pPr marL="1238280" indent="0">
              <a:buNone/>
              <a:defRPr sz="3250"/>
            </a:lvl3pPr>
            <a:lvl4pPr marL="1857421" indent="0">
              <a:buNone/>
              <a:defRPr sz="2708"/>
            </a:lvl4pPr>
            <a:lvl5pPr marL="2476561" indent="0">
              <a:buNone/>
              <a:defRPr sz="2708"/>
            </a:lvl5pPr>
            <a:lvl6pPr marL="3095701" indent="0">
              <a:buNone/>
              <a:defRPr sz="2708"/>
            </a:lvl6pPr>
            <a:lvl7pPr marL="3714841" indent="0">
              <a:buNone/>
              <a:defRPr sz="2708"/>
            </a:lvl7pPr>
            <a:lvl8pPr marL="4333982" indent="0">
              <a:buNone/>
              <a:defRPr sz="2708"/>
            </a:lvl8pPr>
            <a:lvl9pPr marL="4953122" indent="0">
              <a:buNone/>
              <a:defRPr sz="2708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2909" y="2857500"/>
            <a:ext cx="3993679" cy="5293872"/>
          </a:xfrm>
        </p:spPr>
        <p:txBody>
          <a:bodyPr/>
          <a:lstStyle>
            <a:lvl1pPr marL="0" indent="0">
              <a:buNone/>
              <a:defRPr sz="2167"/>
            </a:lvl1pPr>
            <a:lvl2pPr marL="619140" indent="0">
              <a:buNone/>
              <a:defRPr sz="1896"/>
            </a:lvl2pPr>
            <a:lvl3pPr marL="1238280" indent="0">
              <a:buNone/>
              <a:defRPr sz="1625"/>
            </a:lvl3pPr>
            <a:lvl4pPr marL="1857421" indent="0">
              <a:buNone/>
              <a:defRPr sz="1354"/>
            </a:lvl4pPr>
            <a:lvl5pPr marL="2476561" indent="0">
              <a:buNone/>
              <a:defRPr sz="1354"/>
            </a:lvl5pPr>
            <a:lvl6pPr marL="3095701" indent="0">
              <a:buNone/>
              <a:defRPr sz="1354"/>
            </a:lvl6pPr>
            <a:lvl7pPr marL="3714841" indent="0">
              <a:buNone/>
              <a:defRPr sz="1354"/>
            </a:lvl7pPr>
            <a:lvl8pPr marL="4333982" indent="0">
              <a:buNone/>
              <a:defRPr sz="1354"/>
            </a:lvl8pPr>
            <a:lvl9pPr marL="4953122" indent="0">
              <a:buNone/>
              <a:defRPr sz="1354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94FED-2C35-495D-9716-D20DC0AF5B1D}" type="datetimeFigureOut">
              <a:rPr lang="pt-BR" smtClean="0"/>
              <a:t>13/08/2025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044E3-E0F9-44AE-9238-968B3C625A2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614288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94FED-2C35-495D-9716-D20DC0AF5B1D}" type="datetimeFigureOut">
              <a:rPr lang="pt-BR" smtClean="0"/>
              <a:t>13/08/2025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044E3-E0F9-44AE-9238-968B3C625A2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015991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61227" y="507118"/>
            <a:ext cx="2669977" cy="8071997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51298" y="507118"/>
            <a:ext cx="7855148" cy="8071997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94FED-2C35-495D-9716-D20DC0AF5B1D}" type="datetimeFigureOut">
              <a:rPr lang="pt-BR" smtClean="0"/>
              <a:t>13/08/2025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044E3-E0F9-44AE-9238-968B3C625A2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25210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51297" y="507120"/>
            <a:ext cx="10679906" cy="18410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1297" y="2535590"/>
            <a:ext cx="10679906" cy="60435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1297" y="8828266"/>
            <a:ext cx="2786063" cy="50711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2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A94FED-2C35-495D-9716-D20DC0AF5B1D}" type="datetimeFigureOut">
              <a:rPr lang="pt-BR" smtClean="0"/>
              <a:t>13/08/2025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01703" y="8828266"/>
            <a:ext cx="4179094" cy="50711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2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45140" y="8828266"/>
            <a:ext cx="2786063" cy="50711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2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3044E3-E0F9-44AE-9238-968B3C625A2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991944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1238280" rtl="0" eaLnBrk="1" latinLnBrk="0" hangingPunct="1">
        <a:lnSpc>
          <a:spcPct val="90000"/>
        </a:lnSpc>
        <a:spcBef>
          <a:spcPct val="0"/>
        </a:spcBef>
        <a:buNone/>
        <a:defRPr sz="595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9570" indent="-309570" algn="l" defTabSz="1238280" rtl="0" eaLnBrk="1" latinLnBrk="0" hangingPunct="1">
        <a:lnSpc>
          <a:spcPct val="90000"/>
        </a:lnSpc>
        <a:spcBef>
          <a:spcPts val="1354"/>
        </a:spcBef>
        <a:buFont typeface="Arial" panose="020B0604020202020204" pitchFamily="34" charset="0"/>
        <a:buChar char="•"/>
        <a:defRPr sz="3792" kern="1200">
          <a:solidFill>
            <a:schemeClr val="tx1"/>
          </a:solidFill>
          <a:latin typeface="+mn-lt"/>
          <a:ea typeface="+mn-ea"/>
          <a:cs typeface="+mn-cs"/>
        </a:defRPr>
      </a:lvl1pPr>
      <a:lvl2pPr marL="928710" indent="-309570" algn="l" defTabSz="1238280" rtl="0" eaLnBrk="1" latinLnBrk="0" hangingPunct="1">
        <a:lnSpc>
          <a:spcPct val="90000"/>
        </a:lnSpc>
        <a:spcBef>
          <a:spcPts val="677"/>
        </a:spcBef>
        <a:buFont typeface="Arial" panose="020B0604020202020204" pitchFamily="34" charset="0"/>
        <a:buChar char="•"/>
        <a:defRPr sz="3250" kern="1200">
          <a:solidFill>
            <a:schemeClr val="tx1"/>
          </a:solidFill>
          <a:latin typeface="+mn-lt"/>
          <a:ea typeface="+mn-ea"/>
          <a:cs typeface="+mn-cs"/>
        </a:defRPr>
      </a:lvl2pPr>
      <a:lvl3pPr marL="1547851" indent="-309570" algn="l" defTabSz="1238280" rtl="0" eaLnBrk="1" latinLnBrk="0" hangingPunct="1">
        <a:lnSpc>
          <a:spcPct val="90000"/>
        </a:lnSpc>
        <a:spcBef>
          <a:spcPts val="677"/>
        </a:spcBef>
        <a:buFont typeface="Arial" panose="020B0604020202020204" pitchFamily="34" charset="0"/>
        <a:buChar char="•"/>
        <a:defRPr sz="2708" kern="1200">
          <a:solidFill>
            <a:schemeClr val="tx1"/>
          </a:solidFill>
          <a:latin typeface="+mn-lt"/>
          <a:ea typeface="+mn-ea"/>
          <a:cs typeface="+mn-cs"/>
        </a:defRPr>
      </a:lvl3pPr>
      <a:lvl4pPr marL="2166991" indent="-309570" algn="l" defTabSz="1238280" rtl="0" eaLnBrk="1" latinLnBrk="0" hangingPunct="1">
        <a:lnSpc>
          <a:spcPct val="90000"/>
        </a:lnSpc>
        <a:spcBef>
          <a:spcPts val="677"/>
        </a:spcBef>
        <a:buFont typeface="Arial" panose="020B0604020202020204" pitchFamily="34" charset="0"/>
        <a:buChar char="•"/>
        <a:defRPr sz="2438" kern="1200">
          <a:solidFill>
            <a:schemeClr val="tx1"/>
          </a:solidFill>
          <a:latin typeface="+mn-lt"/>
          <a:ea typeface="+mn-ea"/>
          <a:cs typeface="+mn-cs"/>
        </a:defRPr>
      </a:lvl4pPr>
      <a:lvl5pPr marL="2786131" indent="-309570" algn="l" defTabSz="1238280" rtl="0" eaLnBrk="1" latinLnBrk="0" hangingPunct="1">
        <a:lnSpc>
          <a:spcPct val="90000"/>
        </a:lnSpc>
        <a:spcBef>
          <a:spcPts val="677"/>
        </a:spcBef>
        <a:buFont typeface="Arial" panose="020B0604020202020204" pitchFamily="34" charset="0"/>
        <a:buChar char="•"/>
        <a:defRPr sz="2438" kern="1200">
          <a:solidFill>
            <a:schemeClr val="tx1"/>
          </a:solidFill>
          <a:latin typeface="+mn-lt"/>
          <a:ea typeface="+mn-ea"/>
          <a:cs typeface="+mn-cs"/>
        </a:defRPr>
      </a:lvl5pPr>
      <a:lvl6pPr marL="3405271" indent="-309570" algn="l" defTabSz="1238280" rtl="0" eaLnBrk="1" latinLnBrk="0" hangingPunct="1">
        <a:lnSpc>
          <a:spcPct val="90000"/>
        </a:lnSpc>
        <a:spcBef>
          <a:spcPts val="677"/>
        </a:spcBef>
        <a:buFont typeface="Arial" panose="020B0604020202020204" pitchFamily="34" charset="0"/>
        <a:buChar char="•"/>
        <a:defRPr sz="2438" kern="1200">
          <a:solidFill>
            <a:schemeClr val="tx1"/>
          </a:solidFill>
          <a:latin typeface="+mn-lt"/>
          <a:ea typeface="+mn-ea"/>
          <a:cs typeface="+mn-cs"/>
        </a:defRPr>
      </a:lvl6pPr>
      <a:lvl7pPr marL="4024412" indent="-309570" algn="l" defTabSz="1238280" rtl="0" eaLnBrk="1" latinLnBrk="0" hangingPunct="1">
        <a:lnSpc>
          <a:spcPct val="90000"/>
        </a:lnSpc>
        <a:spcBef>
          <a:spcPts val="677"/>
        </a:spcBef>
        <a:buFont typeface="Arial" panose="020B0604020202020204" pitchFamily="34" charset="0"/>
        <a:buChar char="•"/>
        <a:defRPr sz="2438" kern="1200">
          <a:solidFill>
            <a:schemeClr val="tx1"/>
          </a:solidFill>
          <a:latin typeface="+mn-lt"/>
          <a:ea typeface="+mn-ea"/>
          <a:cs typeface="+mn-cs"/>
        </a:defRPr>
      </a:lvl7pPr>
      <a:lvl8pPr marL="4643552" indent="-309570" algn="l" defTabSz="1238280" rtl="0" eaLnBrk="1" latinLnBrk="0" hangingPunct="1">
        <a:lnSpc>
          <a:spcPct val="90000"/>
        </a:lnSpc>
        <a:spcBef>
          <a:spcPts val="677"/>
        </a:spcBef>
        <a:buFont typeface="Arial" panose="020B0604020202020204" pitchFamily="34" charset="0"/>
        <a:buChar char="•"/>
        <a:defRPr sz="2438" kern="1200">
          <a:solidFill>
            <a:schemeClr val="tx1"/>
          </a:solidFill>
          <a:latin typeface="+mn-lt"/>
          <a:ea typeface="+mn-ea"/>
          <a:cs typeface="+mn-cs"/>
        </a:defRPr>
      </a:lvl8pPr>
      <a:lvl9pPr marL="5262692" indent="-309570" algn="l" defTabSz="1238280" rtl="0" eaLnBrk="1" latinLnBrk="0" hangingPunct="1">
        <a:lnSpc>
          <a:spcPct val="90000"/>
        </a:lnSpc>
        <a:spcBef>
          <a:spcPts val="677"/>
        </a:spcBef>
        <a:buFont typeface="Arial" panose="020B0604020202020204" pitchFamily="34" charset="0"/>
        <a:buChar char="•"/>
        <a:defRPr sz="243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38280" rtl="0" eaLnBrk="1" latinLnBrk="0" hangingPunct="1">
        <a:defRPr sz="2438" kern="1200">
          <a:solidFill>
            <a:schemeClr val="tx1"/>
          </a:solidFill>
          <a:latin typeface="+mn-lt"/>
          <a:ea typeface="+mn-ea"/>
          <a:cs typeface="+mn-cs"/>
        </a:defRPr>
      </a:lvl1pPr>
      <a:lvl2pPr marL="619140" algn="l" defTabSz="1238280" rtl="0" eaLnBrk="1" latinLnBrk="0" hangingPunct="1">
        <a:defRPr sz="2438" kern="1200">
          <a:solidFill>
            <a:schemeClr val="tx1"/>
          </a:solidFill>
          <a:latin typeface="+mn-lt"/>
          <a:ea typeface="+mn-ea"/>
          <a:cs typeface="+mn-cs"/>
        </a:defRPr>
      </a:lvl2pPr>
      <a:lvl3pPr marL="1238280" algn="l" defTabSz="1238280" rtl="0" eaLnBrk="1" latinLnBrk="0" hangingPunct="1">
        <a:defRPr sz="2438" kern="1200">
          <a:solidFill>
            <a:schemeClr val="tx1"/>
          </a:solidFill>
          <a:latin typeface="+mn-lt"/>
          <a:ea typeface="+mn-ea"/>
          <a:cs typeface="+mn-cs"/>
        </a:defRPr>
      </a:lvl3pPr>
      <a:lvl4pPr marL="1857421" algn="l" defTabSz="1238280" rtl="0" eaLnBrk="1" latinLnBrk="0" hangingPunct="1">
        <a:defRPr sz="2438" kern="1200">
          <a:solidFill>
            <a:schemeClr val="tx1"/>
          </a:solidFill>
          <a:latin typeface="+mn-lt"/>
          <a:ea typeface="+mn-ea"/>
          <a:cs typeface="+mn-cs"/>
        </a:defRPr>
      </a:lvl4pPr>
      <a:lvl5pPr marL="2476561" algn="l" defTabSz="1238280" rtl="0" eaLnBrk="1" latinLnBrk="0" hangingPunct="1">
        <a:defRPr sz="2438" kern="1200">
          <a:solidFill>
            <a:schemeClr val="tx1"/>
          </a:solidFill>
          <a:latin typeface="+mn-lt"/>
          <a:ea typeface="+mn-ea"/>
          <a:cs typeface="+mn-cs"/>
        </a:defRPr>
      </a:lvl5pPr>
      <a:lvl6pPr marL="3095701" algn="l" defTabSz="1238280" rtl="0" eaLnBrk="1" latinLnBrk="0" hangingPunct="1">
        <a:defRPr sz="2438" kern="1200">
          <a:solidFill>
            <a:schemeClr val="tx1"/>
          </a:solidFill>
          <a:latin typeface="+mn-lt"/>
          <a:ea typeface="+mn-ea"/>
          <a:cs typeface="+mn-cs"/>
        </a:defRPr>
      </a:lvl6pPr>
      <a:lvl7pPr marL="3714841" algn="l" defTabSz="1238280" rtl="0" eaLnBrk="1" latinLnBrk="0" hangingPunct="1">
        <a:defRPr sz="2438" kern="1200">
          <a:solidFill>
            <a:schemeClr val="tx1"/>
          </a:solidFill>
          <a:latin typeface="+mn-lt"/>
          <a:ea typeface="+mn-ea"/>
          <a:cs typeface="+mn-cs"/>
        </a:defRPr>
      </a:lvl7pPr>
      <a:lvl8pPr marL="4333982" algn="l" defTabSz="1238280" rtl="0" eaLnBrk="1" latinLnBrk="0" hangingPunct="1">
        <a:defRPr sz="2438" kern="1200">
          <a:solidFill>
            <a:schemeClr val="tx1"/>
          </a:solidFill>
          <a:latin typeface="+mn-lt"/>
          <a:ea typeface="+mn-ea"/>
          <a:cs typeface="+mn-cs"/>
        </a:defRPr>
      </a:lvl8pPr>
      <a:lvl9pPr marL="4953122" algn="l" defTabSz="1238280" rtl="0" eaLnBrk="1" latinLnBrk="0" hangingPunct="1">
        <a:defRPr sz="243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áfico 2">
            <a:extLst>
              <a:ext uri="{FF2B5EF4-FFF2-40B4-BE49-F238E27FC236}">
                <a16:creationId xmlns:a16="http://schemas.microsoft.com/office/drawing/2014/main" id="{8C0CC3D8-F27F-2361-D78A-DC7413C524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4" y="0"/>
            <a:ext cx="12381072" cy="9525000"/>
          </a:xfrm>
          <a:prstGeom prst="rect">
            <a:avLst/>
          </a:prstGeom>
        </p:spPr>
      </p:pic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A5743FF6-52B8-DF22-7468-C44F801CF777}"/>
              </a:ext>
            </a:extLst>
          </p:cNvPr>
          <p:cNvSpPr/>
          <p:nvPr/>
        </p:nvSpPr>
        <p:spPr>
          <a:xfrm>
            <a:off x="152729" y="2701880"/>
            <a:ext cx="1112109" cy="514350"/>
          </a:xfrm>
          <a:prstGeom prst="roundRect">
            <a:avLst/>
          </a:prstGeom>
          <a:noFill/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28F78B5F-1A7E-A98F-665E-814ABC9B77B7}"/>
              </a:ext>
            </a:extLst>
          </p:cNvPr>
          <p:cNvSpPr/>
          <p:nvPr/>
        </p:nvSpPr>
        <p:spPr>
          <a:xfrm>
            <a:off x="152729" y="3376106"/>
            <a:ext cx="1112109" cy="514350"/>
          </a:xfrm>
          <a:prstGeom prst="roundRect">
            <a:avLst/>
          </a:prstGeom>
          <a:noFill/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6CE0C088-7327-1534-50D2-BE616463C996}"/>
              </a:ext>
            </a:extLst>
          </p:cNvPr>
          <p:cNvSpPr/>
          <p:nvPr/>
        </p:nvSpPr>
        <p:spPr>
          <a:xfrm>
            <a:off x="152729" y="4713851"/>
            <a:ext cx="1112109" cy="514350"/>
          </a:xfrm>
          <a:prstGeom prst="roundRect">
            <a:avLst/>
          </a:prstGeom>
          <a:noFill/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F11CBFC4-9274-EF5C-1A99-6E2B0EFC4619}"/>
              </a:ext>
            </a:extLst>
          </p:cNvPr>
          <p:cNvSpPr/>
          <p:nvPr/>
        </p:nvSpPr>
        <p:spPr>
          <a:xfrm>
            <a:off x="152729" y="4039625"/>
            <a:ext cx="1112109" cy="514350"/>
          </a:xfrm>
          <a:prstGeom prst="roundRect">
            <a:avLst/>
          </a:prstGeom>
          <a:noFill/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01BD7CC7-7C18-657C-448E-A51AC6B1EE09}"/>
              </a:ext>
            </a:extLst>
          </p:cNvPr>
          <p:cNvSpPr/>
          <p:nvPr/>
        </p:nvSpPr>
        <p:spPr>
          <a:xfrm>
            <a:off x="136914" y="2042195"/>
            <a:ext cx="1112109" cy="447675"/>
          </a:xfrm>
          <a:prstGeom prst="roundRect">
            <a:avLst/>
          </a:prstGeom>
          <a:noFill/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EC23B424-7F9A-89C1-CCA1-3E30A950EEA6}"/>
              </a:ext>
            </a:extLst>
          </p:cNvPr>
          <p:cNvSpPr/>
          <p:nvPr/>
        </p:nvSpPr>
        <p:spPr>
          <a:xfrm>
            <a:off x="83038" y="147504"/>
            <a:ext cx="1314450" cy="1524000"/>
          </a:xfrm>
          <a:prstGeom prst="roundRect">
            <a:avLst/>
          </a:prstGeom>
          <a:noFill/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FE309DE6-961E-D062-F4AC-71F2B0336637}"/>
              </a:ext>
            </a:extLst>
          </p:cNvPr>
          <p:cNvSpPr/>
          <p:nvPr/>
        </p:nvSpPr>
        <p:spPr>
          <a:xfrm>
            <a:off x="9369814" y="780916"/>
            <a:ext cx="1104900" cy="381000"/>
          </a:xfrm>
          <a:prstGeom prst="roundRect">
            <a:avLst/>
          </a:prstGeom>
          <a:solidFill>
            <a:schemeClr val="bg1"/>
          </a:solidFill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AE73511A-CB89-9A4A-BBA1-FEB159176396}"/>
              </a:ext>
            </a:extLst>
          </p:cNvPr>
          <p:cNvSpPr/>
          <p:nvPr/>
        </p:nvSpPr>
        <p:spPr>
          <a:xfrm>
            <a:off x="10563614" y="780916"/>
            <a:ext cx="1104900" cy="381000"/>
          </a:xfrm>
          <a:prstGeom prst="roundRect">
            <a:avLst/>
          </a:prstGeom>
          <a:solidFill>
            <a:schemeClr val="bg1"/>
          </a:solidFill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10851AEB-70C3-698A-B7C6-0D5B9844F5F9}"/>
              </a:ext>
            </a:extLst>
          </p:cNvPr>
          <p:cNvSpPr/>
          <p:nvPr/>
        </p:nvSpPr>
        <p:spPr>
          <a:xfrm>
            <a:off x="1486388" y="147504"/>
            <a:ext cx="1333500" cy="1524000"/>
          </a:xfrm>
          <a:prstGeom prst="roundRect">
            <a:avLst/>
          </a:prstGeom>
          <a:noFill/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0907871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112F04-0015-333A-6B3B-00E2C1D164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áfico 2">
            <a:extLst>
              <a:ext uri="{FF2B5EF4-FFF2-40B4-BE49-F238E27FC236}">
                <a16:creationId xmlns:a16="http://schemas.microsoft.com/office/drawing/2014/main" id="{04496A37-D59B-BC10-1848-A2B8D1A1C2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4" y="0"/>
            <a:ext cx="12382500" cy="9525000"/>
          </a:xfrm>
          <a:prstGeom prst="rect">
            <a:avLst/>
          </a:prstGeom>
        </p:spPr>
      </p:pic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4A54B505-7ED3-7434-CDF6-81ECE89F5467}"/>
              </a:ext>
            </a:extLst>
          </p:cNvPr>
          <p:cNvSpPr/>
          <p:nvPr/>
        </p:nvSpPr>
        <p:spPr>
          <a:xfrm>
            <a:off x="91441" y="68312"/>
            <a:ext cx="1714500" cy="1701917"/>
          </a:xfrm>
          <a:prstGeom prst="roundRect">
            <a:avLst/>
          </a:prstGeom>
          <a:solidFill>
            <a:schemeClr val="bg1"/>
          </a:solidFill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15AB12C5-66D6-7141-4898-B46899E460B1}"/>
              </a:ext>
            </a:extLst>
          </p:cNvPr>
          <p:cNvSpPr/>
          <p:nvPr/>
        </p:nvSpPr>
        <p:spPr>
          <a:xfrm>
            <a:off x="73922" y="1515950"/>
            <a:ext cx="1101600" cy="357358"/>
          </a:xfrm>
          <a:prstGeom prst="roundRect">
            <a:avLst/>
          </a:prstGeom>
          <a:solidFill>
            <a:schemeClr val="bg1"/>
          </a:solidFill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2" name="Retângulo: Cantos Arredondados 21">
            <a:extLst>
              <a:ext uri="{FF2B5EF4-FFF2-40B4-BE49-F238E27FC236}">
                <a16:creationId xmlns:a16="http://schemas.microsoft.com/office/drawing/2014/main" id="{CB7A7DF8-DC12-5F54-AD0D-4A08FC2CABF7}"/>
              </a:ext>
            </a:extLst>
          </p:cNvPr>
          <p:cNvSpPr/>
          <p:nvPr/>
        </p:nvSpPr>
        <p:spPr>
          <a:xfrm>
            <a:off x="91441" y="1978166"/>
            <a:ext cx="1101600" cy="357358"/>
          </a:xfrm>
          <a:prstGeom prst="roundRect">
            <a:avLst/>
          </a:prstGeom>
          <a:solidFill>
            <a:schemeClr val="bg1"/>
          </a:solidFill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3" name="Retângulo: Cantos Arredondados 22">
            <a:extLst>
              <a:ext uri="{FF2B5EF4-FFF2-40B4-BE49-F238E27FC236}">
                <a16:creationId xmlns:a16="http://schemas.microsoft.com/office/drawing/2014/main" id="{4DB65438-6314-57E8-90BF-00E2EA3CB1B0}"/>
              </a:ext>
            </a:extLst>
          </p:cNvPr>
          <p:cNvSpPr/>
          <p:nvPr/>
        </p:nvSpPr>
        <p:spPr>
          <a:xfrm>
            <a:off x="91441" y="2455800"/>
            <a:ext cx="1101600" cy="357358"/>
          </a:xfrm>
          <a:prstGeom prst="roundRect">
            <a:avLst/>
          </a:prstGeom>
          <a:solidFill>
            <a:schemeClr val="bg1"/>
          </a:solidFill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4" name="Retângulo: Cantos Arredondados 23">
            <a:extLst>
              <a:ext uri="{FF2B5EF4-FFF2-40B4-BE49-F238E27FC236}">
                <a16:creationId xmlns:a16="http://schemas.microsoft.com/office/drawing/2014/main" id="{27CA5F2E-C16F-68E8-8552-762E72E9E837}"/>
              </a:ext>
            </a:extLst>
          </p:cNvPr>
          <p:cNvSpPr/>
          <p:nvPr/>
        </p:nvSpPr>
        <p:spPr>
          <a:xfrm>
            <a:off x="91441" y="2953288"/>
            <a:ext cx="1101600" cy="357358"/>
          </a:xfrm>
          <a:prstGeom prst="roundRect">
            <a:avLst/>
          </a:prstGeom>
          <a:solidFill>
            <a:schemeClr val="bg1"/>
          </a:solidFill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5" name="Retângulo: Cantos Arredondados 24">
            <a:extLst>
              <a:ext uri="{FF2B5EF4-FFF2-40B4-BE49-F238E27FC236}">
                <a16:creationId xmlns:a16="http://schemas.microsoft.com/office/drawing/2014/main" id="{132CCF29-222D-56CA-31C2-BA400DFD52D1}"/>
              </a:ext>
            </a:extLst>
          </p:cNvPr>
          <p:cNvSpPr/>
          <p:nvPr/>
        </p:nvSpPr>
        <p:spPr>
          <a:xfrm>
            <a:off x="91441" y="3481072"/>
            <a:ext cx="1101600" cy="357358"/>
          </a:xfrm>
          <a:prstGeom prst="roundRect">
            <a:avLst/>
          </a:prstGeom>
          <a:solidFill>
            <a:schemeClr val="bg1"/>
          </a:solidFill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6" name="Retângulo: Cantos Arredondados 25">
            <a:extLst>
              <a:ext uri="{FF2B5EF4-FFF2-40B4-BE49-F238E27FC236}">
                <a16:creationId xmlns:a16="http://schemas.microsoft.com/office/drawing/2014/main" id="{71BF47DD-792A-1E25-55B0-699F7F2998ED}"/>
              </a:ext>
            </a:extLst>
          </p:cNvPr>
          <p:cNvSpPr/>
          <p:nvPr/>
        </p:nvSpPr>
        <p:spPr>
          <a:xfrm>
            <a:off x="1959515" y="69766"/>
            <a:ext cx="1857375" cy="813138"/>
          </a:xfrm>
          <a:prstGeom prst="roundRect">
            <a:avLst/>
          </a:prstGeom>
          <a:solidFill>
            <a:schemeClr val="bg1"/>
          </a:solidFill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1237326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F5F59D-BEC8-D1F7-8AEB-009269C5D6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19AB9A95-AF5B-D5CF-1431-847DA73E6433}"/>
              </a:ext>
            </a:extLst>
          </p:cNvPr>
          <p:cNvSpPr/>
          <p:nvPr/>
        </p:nvSpPr>
        <p:spPr>
          <a:xfrm>
            <a:off x="152729" y="2701880"/>
            <a:ext cx="1112109" cy="514350"/>
          </a:xfrm>
          <a:prstGeom prst="round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44892DE8-86C9-B39D-75EA-D2546C68F5B7}"/>
              </a:ext>
            </a:extLst>
          </p:cNvPr>
          <p:cNvSpPr/>
          <p:nvPr/>
        </p:nvSpPr>
        <p:spPr>
          <a:xfrm>
            <a:off x="152729" y="3376106"/>
            <a:ext cx="1112109" cy="514350"/>
          </a:xfrm>
          <a:prstGeom prst="round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A0A00A0C-FE8D-3820-4EA9-0634E906B147}"/>
              </a:ext>
            </a:extLst>
          </p:cNvPr>
          <p:cNvSpPr/>
          <p:nvPr/>
        </p:nvSpPr>
        <p:spPr>
          <a:xfrm>
            <a:off x="152729" y="4713851"/>
            <a:ext cx="1112109" cy="514350"/>
          </a:xfrm>
          <a:prstGeom prst="round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BA435281-79FC-DF79-50C2-4750B6205432}"/>
              </a:ext>
            </a:extLst>
          </p:cNvPr>
          <p:cNvSpPr/>
          <p:nvPr/>
        </p:nvSpPr>
        <p:spPr>
          <a:xfrm>
            <a:off x="152729" y="4039625"/>
            <a:ext cx="1112109" cy="514350"/>
          </a:xfrm>
          <a:prstGeom prst="round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ED12830B-65BB-2272-4E60-7D110D6A1F57}"/>
              </a:ext>
            </a:extLst>
          </p:cNvPr>
          <p:cNvSpPr/>
          <p:nvPr/>
        </p:nvSpPr>
        <p:spPr>
          <a:xfrm>
            <a:off x="136914" y="2042195"/>
            <a:ext cx="1112109" cy="447675"/>
          </a:xfrm>
          <a:prstGeom prst="round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1B3CC9C7-FC4A-3F19-D57A-518AD366A70E}"/>
              </a:ext>
            </a:extLst>
          </p:cNvPr>
          <p:cNvSpPr/>
          <p:nvPr/>
        </p:nvSpPr>
        <p:spPr>
          <a:xfrm>
            <a:off x="83038" y="147504"/>
            <a:ext cx="1809750" cy="1714500"/>
          </a:xfrm>
          <a:prstGeom prst="round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7D11006E-63D7-013B-4B2D-744F89B95B28}"/>
              </a:ext>
            </a:extLst>
          </p:cNvPr>
          <p:cNvSpPr/>
          <p:nvPr/>
        </p:nvSpPr>
        <p:spPr>
          <a:xfrm>
            <a:off x="91441" y="68313"/>
            <a:ext cx="1714500" cy="1714500"/>
          </a:xfrm>
          <a:prstGeom prst="round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3ACE9743-BB37-7738-2CCA-C6E8D88C3EA5}"/>
              </a:ext>
            </a:extLst>
          </p:cNvPr>
          <p:cNvSpPr/>
          <p:nvPr/>
        </p:nvSpPr>
        <p:spPr>
          <a:xfrm>
            <a:off x="80259" y="1878183"/>
            <a:ext cx="1101600" cy="360000"/>
          </a:xfrm>
          <a:prstGeom prst="round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2" name="Retângulo: Cantos Arredondados 21">
            <a:extLst>
              <a:ext uri="{FF2B5EF4-FFF2-40B4-BE49-F238E27FC236}">
                <a16:creationId xmlns:a16="http://schemas.microsoft.com/office/drawing/2014/main" id="{2DFC4CCA-00A4-2B57-A388-EE9010B10A3E}"/>
              </a:ext>
            </a:extLst>
          </p:cNvPr>
          <p:cNvSpPr/>
          <p:nvPr/>
        </p:nvSpPr>
        <p:spPr>
          <a:xfrm>
            <a:off x="80259" y="2311063"/>
            <a:ext cx="1101600" cy="360000"/>
          </a:xfrm>
          <a:prstGeom prst="round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3" name="Retângulo: Cantos Arredondados 22">
            <a:extLst>
              <a:ext uri="{FF2B5EF4-FFF2-40B4-BE49-F238E27FC236}">
                <a16:creationId xmlns:a16="http://schemas.microsoft.com/office/drawing/2014/main" id="{65149B77-5673-ED9B-4893-F31C75F5D8AF}"/>
              </a:ext>
            </a:extLst>
          </p:cNvPr>
          <p:cNvSpPr/>
          <p:nvPr/>
        </p:nvSpPr>
        <p:spPr>
          <a:xfrm>
            <a:off x="73922" y="2785503"/>
            <a:ext cx="1101600" cy="360000"/>
          </a:xfrm>
          <a:prstGeom prst="round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4" name="Retângulo: Cantos Arredondados 23">
            <a:extLst>
              <a:ext uri="{FF2B5EF4-FFF2-40B4-BE49-F238E27FC236}">
                <a16:creationId xmlns:a16="http://schemas.microsoft.com/office/drawing/2014/main" id="{2C5F4549-B6DB-9255-569F-D7A74CA1BA46}"/>
              </a:ext>
            </a:extLst>
          </p:cNvPr>
          <p:cNvSpPr/>
          <p:nvPr/>
        </p:nvSpPr>
        <p:spPr>
          <a:xfrm>
            <a:off x="82371" y="3248240"/>
            <a:ext cx="1101600" cy="360000"/>
          </a:xfrm>
          <a:prstGeom prst="round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5" name="Retângulo: Cantos Arredondados 24">
            <a:extLst>
              <a:ext uri="{FF2B5EF4-FFF2-40B4-BE49-F238E27FC236}">
                <a16:creationId xmlns:a16="http://schemas.microsoft.com/office/drawing/2014/main" id="{C6B6C081-69E0-0FA3-81C2-B6DC2B9697DC}"/>
              </a:ext>
            </a:extLst>
          </p:cNvPr>
          <p:cNvSpPr/>
          <p:nvPr/>
        </p:nvSpPr>
        <p:spPr>
          <a:xfrm>
            <a:off x="73922" y="3710456"/>
            <a:ext cx="1101600" cy="360000"/>
          </a:xfrm>
          <a:prstGeom prst="round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6" name="Retângulo: Cantos Arredondados 25">
            <a:extLst>
              <a:ext uri="{FF2B5EF4-FFF2-40B4-BE49-F238E27FC236}">
                <a16:creationId xmlns:a16="http://schemas.microsoft.com/office/drawing/2014/main" id="{454B9ABA-3802-BFDE-F1A2-A3FB1EE17B52}"/>
              </a:ext>
            </a:extLst>
          </p:cNvPr>
          <p:cNvSpPr/>
          <p:nvPr/>
        </p:nvSpPr>
        <p:spPr>
          <a:xfrm>
            <a:off x="1959515" y="69767"/>
            <a:ext cx="1857375" cy="819150"/>
          </a:xfrm>
          <a:prstGeom prst="round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pic>
        <p:nvPicPr>
          <p:cNvPr id="3" name="Gráfico 2">
            <a:extLst>
              <a:ext uri="{FF2B5EF4-FFF2-40B4-BE49-F238E27FC236}">
                <a16:creationId xmlns:a16="http://schemas.microsoft.com/office/drawing/2014/main" id="{736A9396-D639-54FF-20CD-55F5B140F0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-18536"/>
            <a:ext cx="12382500" cy="7207817"/>
          </a:xfrm>
          <a:prstGeom prst="rect">
            <a:avLst/>
          </a:prstGeom>
        </p:spPr>
      </p:pic>
      <p:sp>
        <p:nvSpPr>
          <p:cNvPr id="2" name="Retângulo 1">
            <a:extLst>
              <a:ext uri="{FF2B5EF4-FFF2-40B4-BE49-F238E27FC236}">
                <a16:creationId xmlns:a16="http://schemas.microsoft.com/office/drawing/2014/main" id="{F0AB1CFE-6B15-F819-4DDB-AE508C35AE9A}"/>
              </a:ext>
            </a:extLst>
          </p:cNvPr>
          <p:cNvSpPr/>
          <p:nvPr/>
        </p:nvSpPr>
        <p:spPr>
          <a:xfrm>
            <a:off x="0" y="6159500"/>
            <a:ext cx="12382500" cy="3365500"/>
          </a:xfrm>
          <a:prstGeom prst="rect">
            <a:avLst/>
          </a:prstGeom>
          <a:solidFill>
            <a:srgbClr val="1A1B2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CEC2DA1B-4C29-B33A-DDFC-27FD21A422D8}"/>
              </a:ext>
            </a:extLst>
          </p:cNvPr>
          <p:cNvSpPr/>
          <p:nvPr/>
        </p:nvSpPr>
        <p:spPr>
          <a:xfrm>
            <a:off x="9757409" y="520655"/>
            <a:ext cx="2533650" cy="2438400"/>
          </a:xfrm>
          <a:prstGeom prst="roundRect">
            <a:avLst>
              <a:gd name="adj" fmla="val 9896"/>
            </a:avLst>
          </a:prstGeom>
          <a:noFill/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0B16DF2F-83A9-E894-1110-9D86A8DCEAAE}"/>
              </a:ext>
            </a:extLst>
          </p:cNvPr>
          <p:cNvSpPr/>
          <p:nvPr/>
        </p:nvSpPr>
        <p:spPr>
          <a:xfrm>
            <a:off x="139026" y="1787437"/>
            <a:ext cx="1101600" cy="360000"/>
          </a:xfrm>
          <a:prstGeom prst="roundRect">
            <a:avLst/>
          </a:prstGeom>
          <a:noFill/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D42F4540-754C-3A66-A48C-FDB9C1682A6B}"/>
              </a:ext>
            </a:extLst>
          </p:cNvPr>
          <p:cNvSpPr/>
          <p:nvPr/>
        </p:nvSpPr>
        <p:spPr>
          <a:xfrm>
            <a:off x="139026" y="2220317"/>
            <a:ext cx="1101600" cy="360000"/>
          </a:xfrm>
          <a:prstGeom prst="roundRect">
            <a:avLst/>
          </a:prstGeom>
          <a:noFill/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8" name="Retângulo: Cantos Arredondados 17">
            <a:extLst>
              <a:ext uri="{FF2B5EF4-FFF2-40B4-BE49-F238E27FC236}">
                <a16:creationId xmlns:a16="http://schemas.microsoft.com/office/drawing/2014/main" id="{F3F2817E-42CE-F610-7B58-1BF42D0B301F}"/>
              </a:ext>
            </a:extLst>
          </p:cNvPr>
          <p:cNvSpPr/>
          <p:nvPr/>
        </p:nvSpPr>
        <p:spPr>
          <a:xfrm>
            <a:off x="136914" y="2669863"/>
            <a:ext cx="1112109" cy="360000"/>
          </a:xfrm>
          <a:prstGeom prst="roundRect">
            <a:avLst/>
          </a:prstGeom>
          <a:noFill/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9" name="Retângulo: Cantos Arredondados 18">
            <a:extLst>
              <a:ext uri="{FF2B5EF4-FFF2-40B4-BE49-F238E27FC236}">
                <a16:creationId xmlns:a16="http://schemas.microsoft.com/office/drawing/2014/main" id="{6433B639-5BBE-8359-9F84-93CBB28A5FA2}"/>
              </a:ext>
            </a:extLst>
          </p:cNvPr>
          <p:cNvSpPr/>
          <p:nvPr/>
        </p:nvSpPr>
        <p:spPr>
          <a:xfrm>
            <a:off x="147422" y="3118666"/>
            <a:ext cx="1093204" cy="360000"/>
          </a:xfrm>
          <a:prstGeom prst="roundRect">
            <a:avLst/>
          </a:prstGeom>
          <a:noFill/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0" name="Retângulo: Cantos Arredondados 19">
            <a:extLst>
              <a:ext uri="{FF2B5EF4-FFF2-40B4-BE49-F238E27FC236}">
                <a16:creationId xmlns:a16="http://schemas.microsoft.com/office/drawing/2014/main" id="{4985E334-BB6E-754B-3433-2ECF66EC04A1}"/>
              </a:ext>
            </a:extLst>
          </p:cNvPr>
          <p:cNvSpPr/>
          <p:nvPr/>
        </p:nvSpPr>
        <p:spPr>
          <a:xfrm>
            <a:off x="155819" y="3583281"/>
            <a:ext cx="1084807" cy="360000"/>
          </a:xfrm>
          <a:prstGeom prst="roundRect">
            <a:avLst/>
          </a:prstGeom>
          <a:noFill/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1" name="Retângulo: Cantos Arredondados 20">
            <a:extLst>
              <a:ext uri="{FF2B5EF4-FFF2-40B4-BE49-F238E27FC236}">
                <a16:creationId xmlns:a16="http://schemas.microsoft.com/office/drawing/2014/main" id="{E1A26FAF-6557-053D-A84E-59BE39996580}"/>
              </a:ext>
            </a:extLst>
          </p:cNvPr>
          <p:cNvSpPr/>
          <p:nvPr/>
        </p:nvSpPr>
        <p:spPr>
          <a:xfrm>
            <a:off x="2113089" y="131673"/>
            <a:ext cx="1857375" cy="819150"/>
          </a:xfrm>
          <a:prstGeom prst="roundRect">
            <a:avLst/>
          </a:prstGeom>
          <a:noFill/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2" name="Retângulo: Cantos Arredondados 31">
            <a:extLst>
              <a:ext uri="{FF2B5EF4-FFF2-40B4-BE49-F238E27FC236}">
                <a16:creationId xmlns:a16="http://schemas.microsoft.com/office/drawing/2014/main" id="{3F491422-3BCC-CCF0-7D8C-05600C12654C}"/>
              </a:ext>
            </a:extLst>
          </p:cNvPr>
          <p:cNvSpPr/>
          <p:nvPr/>
        </p:nvSpPr>
        <p:spPr>
          <a:xfrm>
            <a:off x="73922" y="62877"/>
            <a:ext cx="1551678" cy="1610627"/>
          </a:xfrm>
          <a:prstGeom prst="roundRect">
            <a:avLst/>
          </a:prstGeom>
          <a:noFill/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3" name="Retângulo: Cantos Arredondados 32">
            <a:extLst>
              <a:ext uri="{FF2B5EF4-FFF2-40B4-BE49-F238E27FC236}">
                <a16:creationId xmlns:a16="http://schemas.microsoft.com/office/drawing/2014/main" id="{136D326F-A58F-EEB4-1DD1-DCE706D5AB70}"/>
              </a:ext>
            </a:extLst>
          </p:cNvPr>
          <p:cNvSpPr/>
          <p:nvPr/>
        </p:nvSpPr>
        <p:spPr>
          <a:xfrm>
            <a:off x="6784078" y="6124148"/>
            <a:ext cx="5524500" cy="3365500"/>
          </a:xfrm>
          <a:prstGeom prst="roundRect">
            <a:avLst>
              <a:gd name="adj" fmla="val 9896"/>
            </a:avLst>
          </a:prstGeom>
          <a:noFill/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4" name="Retângulo: Cantos Arredondados 33">
            <a:extLst>
              <a:ext uri="{FF2B5EF4-FFF2-40B4-BE49-F238E27FC236}">
                <a16:creationId xmlns:a16="http://schemas.microsoft.com/office/drawing/2014/main" id="{264DAFF9-CF92-F044-57E6-CCEF7093B211}"/>
              </a:ext>
            </a:extLst>
          </p:cNvPr>
          <p:cNvSpPr/>
          <p:nvPr/>
        </p:nvSpPr>
        <p:spPr>
          <a:xfrm>
            <a:off x="73922" y="6698823"/>
            <a:ext cx="5676900" cy="2790825"/>
          </a:xfrm>
          <a:prstGeom prst="roundRect">
            <a:avLst>
              <a:gd name="adj" fmla="val 9896"/>
            </a:avLst>
          </a:prstGeom>
          <a:noFill/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2489621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11ED50-FFCB-7AA3-D82D-ADA116A44A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328AB9AC-46BA-F55F-6583-674E1BF47BA3}"/>
              </a:ext>
            </a:extLst>
          </p:cNvPr>
          <p:cNvSpPr/>
          <p:nvPr/>
        </p:nvSpPr>
        <p:spPr>
          <a:xfrm>
            <a:off x="152729" y="2701880"/>
            <a:ext cx="1112109" cy="514350"/>
          </a:xfrm>
          <a:prstGeom prst="round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B64065CE-F1AC-65B0-3614-D06F237AEA6B}"/>
              </a:ext>
            </a:extLst>
          </p:cNvPr>
          <p:cNvSpPr/>
          <p:nvPr/>
        </p:nvSpPr>
        <p:spPr>
          <a:xfrm>
            <a:off x="152729" y="3376106"/>
            <a:ext cx="1112109" cy="514350"/>
          </a:xfrm>
          <a:prstGeom prst="round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90DF0018-9DE6-70A2-4659-01B20CF2C7D4}"/>
              </a:ext>
            </a:extLst>
          </p:cNvPr>
          <p:cNvSpPr/>
          <p:nvPr/>
        </p:nvSpPr>
        <p:spPr>
          <a:xfrm>
            <a:off x="152729" y="4713851"/>
            <a:ext cx="1112109" cy="514350"/>
          </a:xfrm>
          <a:prstGeom prst="round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CB47B0E0-2231-48D4-C577-840897E9CD62}"/>
              </a:ext>
            </a:extLst>
          </p:cNvPr>
          <p:cNvSpPr/>
          <p:nvPr/>
        </p:nvSpPr>
        <p:spPr>
          <a:xfrm>
            <a:off x="152729" y="4039625"/>
            <a:ext cx="1112109" cy="514350"/>
          </a:xfrm>
          <a:prstGeom prst="round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1BB8D323-C7F4-6377-1613-7C40586DDA9E}"/>
              </a:ext>
            </a:extLst>
          </p:cNvPr>
          <p:cNvSpPr/>
          <p:nvPr/>
        </p:nvSpPr>
        <p:spPr>
          <a:xfrm>
            <a:off x="136914" y="2042195"/>
            <a:ext cx="1112109" cy="447675"/>
          </a:xfrm>
          <a:prstGeom prst="round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6AC453AB-F4CB-1142-35B4-2A01FD5715D8}"/>
              </a:ext>
            </a:extLst>
          </p:cNvPr>
          <p:cNvSpPr/>
          <p:nvPr/>
        </p:nvSpPr>
        <p:spPr>
          <a:xfrm>
            <a:off x="83038" y="147504"/>
            <a:ext cx="1809750" cy="1714500"/>
          </a:xfrm>
          <a:prstGeom prst="round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DB3F3968-0DAF-30CD-8B98-79C0352904A8}"/>
              </a:ext>
            </a:extLst>
          </p:cNvPr>
          <p:cNvSpPr/>
          <p:nvPr/>
        </p:nvSpPr>
        <p:spPr>
          <a:xfrm>
            <a:off x="91441" y="68313"/>
            <a:ext cx="1714500" cy="1714500"/>
          </a:xfrm>
          <a:prstGeom prst="round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3C414830-8352-73F2-2589-A0695F040F29}"/>
              </a:ext>
            </a:extLst>
          </p:cNvPr>
          <p:cNvSpPr/>
          <p:nvPr/>
        </p:nvSpPr>
        <p:spPr>
          <a:xfrm>
            <a:off x="80259" y="1878183"/>
            <a:ext cx="1101600" cy="360000"/>
          </a:xfrm>
          <a:prstGeom prst="round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2" name="Retângulo: Cantos Arredondados 21">
            <a:extLst>
              <a:ext uri="{FF2B5EF4-FFF2-40B4-BE49-F238E27FC236}">
                <a16:creationId xmlns:a16="http://schemas.microsoft.com/office/drawing/2014/main" id="{CDDB589A-46CC-8579-8B62-B2F1C4FDF8A2}"/>
              </a:ext>
            </a:extLst>
          </p:cNvPr>
          <p:cNvSpPr/>
          <p:nvPr/>
        </p:nvSpPr>
        <p:spPr>
          <a:xfrm>
            <a:off x="80259" y="2311063"/>
            <a:ext cx="1101600" cy="360000"/>
          </a:xfrm>
          <a:prstGeom prst="round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3" name="Retângulo: Cantos Arredondados 22">
            <a:extLst>
              <a:ext uri="{FF2B5EF4-FFF2-40B4-BE49-F238E27FC236}">
                <a16:creationId xmlns:a16="http://schemas.microsoft.com/office/drawing/2014/main" id="{FFC36B3E-11C4-D783-8573-3412E3FD2252}"/>
              </a:ext>
            </a:extLst>
          </p:cNvPr>
          <p:cNvSpPr/>
          <p:nvPr/>
        </p:nvSpPr>
        <p:spPr>
          <a:xfrm>
            <a:off x="73922" y="2785503"/>
            <a:ext cx="1101600" cy="360000"/>
          </a:xfrm>
          <a:prstGeom prst="round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4" name="Retângulo: Cantos Arredondados 23">
            <a:extLst>
              <a:ext uri="{FF2B5EF4-FFF2-40B4-BE49-F238E27FC236}">
                <a16:creationId xmlns:a16="http://schemas.microsoft.com/office/drawing/2014/main" id="{60B86EF3-4114-3359-F673-A1553CFC0A12}"/>
              </a:ext>
            </a:extLst>
          </p:cNvPr>
          <p:cNvSpPr/>
          <p:nvPr/>
        </p:nvSpPr>
        <p:spPr>
          <a:xfrm>
            <a:off x="82371" y="3248240"/>
            <a:ext cx="1101600" cy="360000"/>
          </a:xfrm>
          <a:prstGeom prst="round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5" name="Retângulo: Cantos Arredondados 24">
            <a:extLst>
              <a:ext uri="{FF2B5EF4-FFF2-40B4-BE49-F238E27FC236}">
                <a16:creationId xmlns:a16="http://schemas.microsoft.com/office/drawing/2014/main" id="{871F9B18-80FE-D90F-6009-952AD537E16F}"/>
              </a:ext>
            </a:extLst>
          </p:cNvPr>
          <p:cNvSpPr/>
          <p:nvPr/>
        </p:nvSpPr>
        <p:spPr>
          <a:xfrm>
            <a:off x="73922" y="3710456"/>
            <a:ext cx="1101600" cy="360000"/>
          </a:xfrm>
          <a:prstGeom prst="round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6" name="Retângulo: Cantos Arredondados 25">
            <a:extLst>
              <a:ext uri="{FF2B5EF4-FFF2-40B4-BE49-F238E27FC236}">
                <a16:creationId xmlns:a16="http://schemas.microsoft.com/office/drawing/2014/main" id="{84D02151-96E0-868D-06D0-BBBAA7A0A6CF}"/>
              </a:ext>
            </a:extLst>
          </p:cNvPr>
          <p:cNvSpPr/>
          <p:nvPr/>
        </p:nvSpPr>
        <p:spPr>
          <a:xfrm>
            <a:off x="1959515" y="69767"/>
            <a:ext cx="1857375" cy="819150"/>
          </a:xfrm>
          <a:prstGeom prst="round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pic>
        <p:nvPicPr>
          <p:cNvPr id="3" name="Gráfico 2">
            <a:extLst>
              <a:ext uri="{FF2B5EF4-FFF2-40B4-BE49-F238E27FC236}">
                <a16:creationId xmlns:a16="http://schemas.microsoft.com/office/drawing/2014/main" id="{215545AA-31EE-4848-52BD-97747D0BD2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-18536"/>
            <a:ext cx="12382500" cy="7207817"/>
          </a:xfrm>
          <a:prstGeom prst="rect">
            <a:avLst/>
          </a:prstGeom>
        </p:spPr>
      </p:pic>
      <p:sp>
        <p:nvSpPr>
          <p:cNvPr id="2" name="Retângulo 1">
            <a:extLst>
              <a:ext uri="{FF2B5EF4-FFF2-40B4-BE49-F238E27FC236}">
                <a16:creationId xmlns:a16="http://schemas.microsoft.com/office/drawing/2014/main" id="{BD89CB83-E5AE-E93C-AF8F-6A5E6BFF62D4}"/>
              </a:ext>
            </a:extLst>
          </p:cNvPr>
          <p:cNvSpPr/>
          <p:nvPr/>
        </p:nvSpPr>
        <p:spPr>
          <a:xfrm>
            <a:off x="0" y="4971026"/>
            <a:ext cx="12382500" cy="4642874"/>
          </a:xfrm>
          <a:prstGeom prst="rect">
            <a:avLst/>
          </a:prstGeom>
          <a:solidFill>
            <a:srgbClr val="1A1B2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6DB29E5C-CE60-E1A9-40C2-14FC7DEC6F30}"/>
              </a:ext>
            </a:extLst>
          </p:cNvPr>
          <p:cNvSpPr/>
          <p:nvPr/>
        </p:nvSpPr>
        <p:spPr>
          <a:xfrm>
            <a:off x="139026" y="1787437"/>
            <a:ext cx="1101600" cy="360000"/>
          </a:xfrm>
          <a:prstGeom prst="roundRect">
            <a:avLst/>
          </a:prstGeom>
          <a:noFill/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50A9B8D4-2330-AC36-4290-EAC8656E4ADB}"/>
              </a:ext>
            </a:extLst>
          </p:cNvPr>
          <p:cNvSpPr/>
          <p:nvPr/>
        </p:nvSpPr>
        <p:spPr>
          <a:xfrm>
            <a:off x="139026" y="2220317"/>
            <a:ext cx="1101600" cy="360000"/>
          </a:xfrm>
          <a:prstGeom prst="roundRect">
            <a:avLst/>
          </a:prstGeom>
          <a:noFill/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8" name="Retângulo: Cantos Arredondados 17">
            <a:extLst>
              <a:ext uri="{FF2B5EF4-FFF2-40B4-BE49-F238E27FC236}">
                <a16:creationId xmlns:a16="http://schemas.microsoft.com/office/drawing/2014/main" id="{105CA292-98FC-CE96-3EDC-86B7ECD402FD}"/>
              </a:ext>
            </a:extLst>
          </p:cNvPr>
          <p:cNvSpPr/>
          <p:nvPr/>
        </p:nvSpPr>
        <p:spPr>
          <a:xfrm>
            <a:off x="136914" y="2669863"/>
            <a:ext cx="1112109" cy="360000"/>
          </a:xfrm>
          <a:prstGeom prst="roundRect">
            <a:avLst/>
          </a:prstGeom>
          <a:noFill/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9" name="Retângulo: Cantos Arredondados 18">
            <a:extLst>
              <a:ext uri="{FF2B5EF4-FFF2-40B4-BE49-F238E27FC236}">
                <a16:creationId xmlns:a16="http://schemas.microsoft.com/office/drawing/2014/main" id="{98629AD2-A0DD-08F6-3627-7AD2AFF1C777}"/>
              </a:ext>
            </a:extLst>
          </p:cNvPr>
          <p:cNvSpPr/>
          <p:nvPr/>
        </p:nvSpPr>
        <p:spPr>
          <a:xfrm>
            <a:off x="147422" y="3118666"/>
            <a:ext cx="1093204" cy="360000"/>
          </a:xfrm>
          <a:prstGeom prst="roundRect">
            <a:avLst/>
          </a:prstGeom>
          <a:noFill/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0" name="Retângulo: Cantos Arredondados 19">
            <a:extLst>
              <a:ext uri="{FF2B5EF4-FFF2-40B4-BE49-F238E27FC236}">
                <a16:creationId xmlns:a16="http://schemas.microsoft.com/office/drawing/2014/main" id="{73B55948-26E1-E99C-41E3-8EA70FEAE456}"/>
              </a:ext>
            </a:extLst>
          </p:cNvPr>
          <p:cNvSpPr/>
          <p:nvPr/>
        </p:nvSpPr>
        <p:spPr>
          <a:xfrm>
            <a:off x="155819" y="3583281"/>
            <a:ext cx="1084807" cy="360000"/>
          </a:xfrm>
          <a:prstGeom prst="roundRect">
            <a:avLst/>
          </a:prstGeom>
          <a:noFill/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1" name="Retângulo: Cantos Arredondados 20">
            <a:extLst>
              <a:ext uri="{FF2B5EF4-FFF2-40B4-BE49-F238E27FC236}">
                <a16:creationId xmlns:a16="http://schemas.microsoft.com/office/drawing/2014/main" id="{66FC9D54-0394-1E7C-9F31-A9731E80E42B}"/>
              </a:ext>
            </a:extLst>
          </p:cNvPr>
          <p:cNvSpPr/>
          <p:nvPr/>
        </p:nvSpPr>
        <p:spPr>
          <a:xfrm>
            <a:off x="2113089" y="131673"/>
            <a:ext cx="1857375" cy="819150"/>
          </a:xfrm>
          <a:prstGeom prst="roundRect">
            <a:avLst/>
          </a:prstGeom>
          <a:noFill/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2" name="Retângulo: Cantos Arredondados 31">
            <a:extLst>
              <a:ext uri="{FF2B5EF4-FFF2-40B4-BE49-F238E27FC236}">
                <a16:creationId xmlns:a16="http://schemas.microsoft.com/office/drawing/2014/main" id="{688E4EB7-5F5A-DF78-2A38-CE5F79D3134C}"/>
              </a:ext>
            </a:extLst>
          </p:cNvPr>
          <p:cNvSpPr/>
          <p:nvPr/>
        </p:nvSpPr>
        <p:spPr>
          <a:xfrm>
            <a:off x="73922" y="62877"/>
            <a:ext cx="1551678" cy="1610627"/>
          </a:xfrm>
          <a:prstGeom prst="roundRect">
            <a:avLst/>
          </a:prstGeom>
          <a:noFill/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3" name="Retângulo: Cantos Arredondados 32">
            <a:extLst>
              <a:ext uri="{FF2B5EF4-FFF2-40B4-BE49-F238E27FC236}">
                <a16:creationId xmlns:a16="http://schemas.microsoft.com/office/drawing/2014/main" id="{22D81753-2A47-6735-6D07-4FFD7C9A452E}"/>
              </a:ext>
            </a:extLst>
          </p:cNvPr>
          <p:cNvSpPr/>
          <p:nvPr/>
        </p:nvSpPr>
        <p:spPr>
          <a:xfrm>
            <a:off x="5785299" y="4956739"/>
            <a:ext cx="6534150" cy="4486275"/>
          </a:xfrm>
          <a:prstGeom prst="roundRect">
            <a:avLst>
              <a:gd name="adj" fmla="val 2472"/>
            </a:avLst>
          </a:prstGeom>
          <a:noFill/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4" name="Retângulo: Cantos Arredondados 33">
            <a:extLst>
              <a:ext uri="{FF2B5EF4-FFF2-40B4-BE49-F238E27FC236}">
                <a16:creationId xmlns:a16="http://schemas.microsoft.com/office/drawing/2014/main" id="{E6E90744-C588-F776-0409-48B9FA0D8FDC}"/>
              </a:ext>
            </a:extLst>
          </p:cNvPr>
          <p:cNvSpPr/>
          <p:nvPr/>
        </p:nvSpPr>
        <p:spPr>
          <a:xfrm>
            <a:off x="73923" y="4971027"/>
            <a:ext cx="5648325" cy="4457700"/>
          </a:xfrm>
          <a:prstGeom prst="roundRect">
            <a:avLst>
              <a:gd name="adj" fmla="val 2472"/>
            </a:avLst>
          </a:prstGeom>
          <a:noFill/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1004654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5216F7-AF8C-CBBA-0A27-8932350571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302BF6DD-0333-5B03-5775-4FC0884FE72E}"/>
              </a:ext>
            </a:extLst>
          </p:cNvPr>
          <p:cNvSpPr/>
          <p:nvPr/>
        </p:nvSpPr>
        <p:spPr>
          <a:xfrm>
            <a:off x="152729" y="2701880"/>
            <a:ext cx="1112109" cy="514350"/>
          </a:xfrm>
          <a:prstGeom prst="round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F9F44AF1-996A-F44B-E5EB-4B65A9C13609}"/>
              </a:ext>
            </a:extLst>
          </p:cNvPr>
          <p:cNvSpPr/>
          <p:nvPr/>
        </p:nvSpPr>
        <p:spPr>
          <a:xfrm>
            <a:off x="152729" y="3376106"/>
            <a:ext cx="1112109" cy="514350"/>
          </a:xfrm>
          <a:prstGeom prst="round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19BCD8B7-4170-D925-BCF4-6D61116EC542}"/>
              </a:ext>
            </a:extLst>
          </p:cNvPr>
          <p:cNvSpPr/>
          <p:nvPr/>
        </p:nvSpPr>
        <p:spPr>
          <a:xfrm>
            <a:off x="152729" y="4713851"/>
            <a:ext cx="1112109" cy="514350"/>
          </a:xfrm>
          <a:prstGeom prst="round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46B502A9-35E3-37B1-7AFE-607D0A74CFC4}"/>
              </a:ext>
            </a:extLst>
          </p:cNvPr>
          <p:cNvSpPr/>
          <p:nvPr/>
        </p:nvSpPr>
        <p:spPr>
          <a:xfrm>
            <a:off x="152729" y="4039625"/>
            <a:ext cx="1112109" cy="514350"/>
          </a:xfrm>
          <a:prstGeom prst="round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C1146840-D015-8D0D-6C00-5401585793E7}"/>
              </a:ext>
            </a:extLst>
          </p:cNvPr>
          <p:cNvSpPr/>
          <p:nvPr/>
        </p:nvSpPr>
        <p:spPr>
          <a:xfrm>
            <a:off x="136914" y="2042195"/>
            <a:ext cx="1112109" cy="447675"/>
          </a:xfrm>
          <a:prstGeom prst="round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B40AE43A-F1C6-1EBC-845D-E46AA06C4A42}"/>
              </a:ext>
            </a:extLst>
          </p:cNvPr>
          <p:cNvSpPr/>
          <p:nvPr/>
        </p:nvSpPr>
        <p:spPr>
          <a:xfrm>
            <a:off x="83038" y="147504"/>
            <a:ext cx="1809750" cy="1714500"/>
          </a:xfrm>
          <a:prstGeom prst="round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B669C0DB-8F70-FFA1-DDE9-4D90554131C0}"/>
              </a:ext>
            </a:extLst>
          </p:cNvPr>
          <p:cNvSpPr/>
          <p:nvPr/>
        </p:nvSpPr>
        <p:spPr>
          <a:xfrm>
            <a:off x="91441" y="68313"/>
            <a:ext cx="1714500" cy="1714500"/>
          </a:xfrm>
          <a:prstGeom prst="round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AEE85DBB-5104-F037-ACC9-FB597EF583D9}"/>
              </a:ext>
            </a:extLst>
          </p:cNvPr>
          <p:cNvSpPr/>
          <p:nvPr/>
        </p:nvSpPr>
        <p:spPr>
          <a:xfrm>
            <a:off x="80259" y="1878183"/>
            <a:ext cx="1101600" cy="360000"/>
          </a:xfrm>
          <a:prstGeom prst="round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2" name="Retângulo: Cantos Arredondados 21">
            <a:extLst>
              <a:ext uri="{FF2B5EF4-FFF2-40B4-BE49-F238E27FC236}">
                <a16:creationId xmlns:a16="http://schemas.microsoft.com/office/drawing/2014/main" id="{5E9AE385-DEFB-111A-DF4D-B286A3B6B40D}"/>
              </a:ext>
            </a:extLst>
          </p:cNvPr>
          <p:cNvSpPr/>
          <p:nvPr/>
        </p:nvSpPr>
        <p:spPr>
          <a:xfrm>
            <a:off x="80259" y="2311063"/>
            <a:ext cx="1101600" cy="360000"/>
          </a:xfrm>
          <a:prstGeom prst="round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3" name="Retângulo: Cantos Arredondados 22">
            <a:extLst>
              <a:ext uri="{FF2B5EF4-FFF2-40B4-BE49-F238E27FC236}">
                <a16:creationId xmlns:a16="http://schemas.microsoft.com/office/drawing/2014/main" id="{A7D7F37C-E547-3710-47F6-9A2DA2AFF907}"/>
              </a:ext>
            </a:extLst>
          </p:cNvPr>
          <p:cNvSpPr/>
          <p:nvPr/>
        </p:nvSpPr>
        <p:spPr>
          <a:xfrm>
            <a:off x="73922" y="2785503"/>
            <a:ext cx="1101600" cy="360000"/>
          </a:xfrm>
          <a:prstGeom prst="round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4" name="Retângulo: Cantos Arredondados 23">
            <a:extLst>
              <a:ext uri="{FF2B5EF4-FFF2-40B4-BE49-F238E27FC236}">
                <a16:creationId xmlns:a16="http://schemas.microsoft.com/office/drawing/2014/main" id="{2A2E63D3-96E4-A8D3-346F-7084195F2361}"/>
              </a:ext>
            </a:extLst>
          </p:cNvPr>
          <p:cNvSpPr/>
          <p:nvPr/>
        </p:nvSpPr>
        <p:spPr>
          <a:xfrm>
            <a:off x="82371" y="3248240"/>
            <a:ext cx="1101600" cy="360000"/>
          </a:xfrm>
          <a:prstGeom prst="round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5" name="Retângulo: Cantos Arredondados 24">
            <a:extLst>
              <a:ext uri="{FF2B5EF4-FFF2-40B4-BE49-F238E27FC236}">
                <a16:creationId xmlns:a16="http://schemas.microsoft.com/office/drawing/2014/main" id="{743207FD-9D20-0F81-217F-29EA25F06E7A}"/>
              </a:ext>
            </a:extLst>
          </p:cNvPr>
          <p:cNvSpPr/>
          <p:nvPr/>
        </p:nvSpPr>
        <p:spPr>
          <a:xfrm>
            <a:off x="73922" y="3710456"/>
            <a:ext cx="1101600" cy="360000"/>
          </a:xfrm>
          <a:prstGeom prst="round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6" name="Retângulo: Cantos Arredondados 25">
            <a:extLst>
              <a:ext uri="{FF2B5EF4-FFF2-40B4-BE49-F238E27FC236}">
                <a16:creationId xmlns:a16="http://schemas.microsoft.com/office/drawing/2014/main" id="{976FDFBB-3B17-4B1F-D6BD-3DEE185F5015}"/>
              </a:ext>
            </a:extLst>
          </p:cNvPr>
          <p:cNvSpPr/>
          <p:nvPr/>
        </p:nvSpPr>
        <p:spPr>
          <a:xfrm>
            <a:off x="1959515" y="69767"/>
            <a:ext cx="1857375" cy="819150"/>
          </a:xfrm>
          <a:prstGeom prst="round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pic>
        <p:nvPicPr>
          <p:cNvPr id="3" name="Gráfico 2">
            <a:extLst>
              <a:ext uri="{FF2B5EF4-FFF2-40B4-BE49-F238E27FC236}">
                <a16:creationId xmlns:a16="http://schemas.microsoft.com/office/drawing/2014/main" id="{4B2B17E6-BD27-45CA-3F7E-715B0E599C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-18536"/>
            <a:ext cx="12382500" cy="7207817"/>
          </a:xfrm>
          <a:prstGeom prst="rect">
            <a:avLst/>
          </a:prstGeom>
        </p:spPr>
      </p:pic>
      <p:sp>
        <p:nvSpPr>
          <p:cNvPr id="2" name="Retângulo 1">
            <a:extLst>
              <a:ext uri="{FF2B5EF4-FFF2-40B4-BE49-F238E27FC236}">
                <a16:creationId xmlns:a16="http://schemas.microsoft.com/office/drawing/2014/main" id="{A5A48345-BBE2-3BD9-933B-7FA3560DBE38}"/>
              </a:ext>
            </a:extLst>
          </p:cNvPr>
          <p:cNvSpPr/>
          <p:nvPr/>
        </p:nvSpPr>
        <p:spPr>
          <a:xfrm>
            <a:off x="0" y="6048375"/>
            <a:ext cx="12382500" cy="3476625"/>
          </a:xfrm>
          <a:prstGeom prst="rect">
            <a:avLst/>
          </a:prstGeom>
          <a:solidFill>
            <a:srgbClr val="1A1B2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47933AFD-0F81-30F3-573C-7AFA817B0066}"/>
              </a:ext>
            </a:extLst>
          </p:cNvPr>
          <p:cNvSpPr/>
          <p:nvPr/>
        </p:nvSpPr>
        <p:spPr>
          <a:xfrm>
            <a:off x="8966834" y="592188"/>
            <a:ext cx="3324225" cy="666750"/>
          </a:xfrm>
          <a:prstGeom prst="roundRect">
            <a:avLst>
              <a:gd name="adj" fmla="val 9896"/>
            </a:avLst>
          </a:prstGeom>
          <a:noFill/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14A23F02-134E-CC71-1D4F-8ABC76D69911}"/>
              </a:ext>
            </a:extLst>
          </p:cNvPr>
          <p:cNvSpPr/>
          <p:nvPr/>
        </p:nvSpPr>
        <p:spPr>
          <a:xfrm>
            <a:off x="139026" y="1787437"/>
            <a:ext cx="1101600" cy="360000"/>
          </a:xfrm>
          <a:prstGeom prst="roundRect">
            <a:avLst/>
          </a:prstGeom>
          <a:noFill/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A9E5A68C-19E0-0A34-B681-C1A886AF4253}"/>
              </a:ext>
            </a:extLst>
          </p:cNvPr>
          <p:cNvSpPr/>
          <p:nvPr/>
        </p:nvSpPr>
        <p:spPr>
          <a:xfrm>
            <a:off x="139026" y="2220317"/>
            <a:ext cx="1101600" cy="360000"/>
          </a:xfrm>
          <a:prstGeom prst="roundRect">
            <a:avLst/>
          </a:prstGeom>
          <a:noFill/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8" name="Retângulo: Cantos Arredondados 17">
            <a:extLst>
              <a:ext uri="{FF2B5EF4-FFF2-40B4-BE49-F238E27FC236}">
                <a16:creationId xmlns:a16="http://schemas.microsoft.com/office/drawing/2014/main" id="{BFB254DC-7300-8DC0-CD27-3212A620827A}"/>
              </a:ext>
            </a:extLst>
          </p:cNvPr>
          <p:cNvSpPr/>
          <p:nvPr/>
        </p:nvSpPr>
        <p:spPr>
          <a:xfrm>
            <a:off x="136914" y="2669863"/>
            <a:ext cx="1112109" cy="360000"/>
          </a:xfrm>
          <a:prstGeom prst="roundRect">
            <a:avLst/>
          </a:prstGeom>
          <a:noFill/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9" name="Retângulo: Cantos Arredondados 18">
            <a:extLst>
              <a:ext uri="{FF2B5EF4-FFF2-40B4-BE49-F238E27FC236}">
                <a16:creationId xmlns:a16="http://schemas.microsoft.com/office/drawing/2014/main" id="{F454E048-323F-91C4-F3F8-93F3CB352D0B}"/>
              </a:ext>
            </a:extLst>
          </p:cNvPr>
          <p:cNvSpPr/>
          <p:nvPr/>
        </p:nvSpPr>
        <p:spPr>
          <a:xfrm>
            <a:off x="147422" y="3118666"/>
            <a:ext cx="1093204" cy="360000"/>
          </a:xfrm>
          <a:prstGeom prst="roundRect">
            <a:avLst/>
          </a:prstGeom>
          <a:noFill/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0" name="Retângulo: Cantos Arredondados 19">
            <a:extLst>
              <a:ext uri="{FF2B5EF4-FFF2-40B4-BE49-F238E27FC236}">
                <a16:creationId xmlns:a16="http://schemas.microsoft.com/office/drawing/2014/main" id="{438AF455-9178-7C2B-BB45-26D35E873F56}"/>
              </a:ext>
            </a:extLst>
          </p:cNvPr>
          <p:cNvSpPr/>
          <p:nvPr/>
        </p:nvSpPr>
        <p:spPr>
          <a:xfrm>
            <a:off x="155819" y="3583281"/>
            <a:ext cx="1084807" cy="360000"/>
          </a:xfrm>
          <a:prstGeom prst="roundRect">
            <a:avLst/>
          </a:prstGeom>
          <a:noFill/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2" name="Retângulo: Cantos Arredondados 31">
            <a:extLst>
              <a:ext uri="{FF2B5EF4-FFF2-40B4-BE49-F238E27FC236}">
                <a16:creationId xmlns:a16="http://schemas.microsoft.com/office/drawing/2014/main" id="{BBAE40D1-B199-2541-B4DB-52F8EC55C5F4}"/>
              </a:ext>
            </a:extLst>
          </p:cNvPr>
          <p:cNvSpPr/>
          <p:nvPr/>
        </p:nvSpPr>
        <p:spPr>
          <a:xfrm>
            <a:off x="73922" y="62877"/>
            <a:ext cx="1551678" cy="1610627"/>
          </a:xfrm>
          <a:prstGeom prst="roundRect">
            <a:avLst/>
          </a:prstGeom>
          <a:noFill/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3" name="Retângulo: Cantos Arredondados 32">
            <a:extLst>
              <a:ext uri="{FF2B5EF4-FFF2-40B4-BE49-F238E27FC236}">
                <a16:creationId xmlns:a16="http://schemas.microsoft.com/office/drawing/2014/main" id="{4CD66D5B-80D8-6DE9-F059-77EC7908665F}"/>
              </a:ext>
            </a:extLst>
          </p:cNvPr>
          <p:cNvSpPr/>
          <p:nvPr/>
        </p:nvSpPr>
        <p:spPr>
          <a:xfrm>
            <a:off x="6200775" y="6103938"/>
            <a:ext cx="6107803" cy="3354388"/>
          </a:xfrm>
          <a:prstGeom prst="roundRect">
            <a:avLst>
              <a:gd name="adj" fmla="val 4595"/>
            </a:avLst>
          </a:prstGeom>
          <a:noFill/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4" name="Retângulo: Cantos Arredondados 33">
            <a:extLst>
              <a:ext uri="{FF2B5EF4-FFF2-40B4-BE49-F238E27FC236}">
                <a16:creationId xmlns:a16="http://schemas.microsoft.com/office/drawing/2014/main" id="{185FE7B0-4C92-5F7A-D42A-8E7EE6A12955}"/>
              </a:ext>
            </a:extLst>
          </p:cNvPr>
          <p:cNvSpPr/>
          <p:nvPr/>
        </p:nvSpPr>
        <p:spPr>
          <a:xfrm>
            <a:off x="55688" y="6111412"/>
            <a:ext cx="5972175" cy="3343822"/>
          </a:xfrm>
          <a:prstGeom prst="roundRect">
            <a:avLst>
              <a:gd name="adj" fmla="val 5878"/>
            </a:avLst>
          </a:prstGeom>
          <a:noFill/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1167335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915224-0504-B4D3-1C6B-7F83FE1707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áfico 2">
            <a:extLst>
              <a:ext uri="{FF2B5EF4-FFF2-40B4-BE49-F238E27FC236}">
                <a16:creationId xmlns:a16="http://schemas.microsoft.com/office/drawing/2014/main" id="{01E7C5CA-1402-F287-88F9-FA4F4FA453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382499" cy="7002179"/>
          </a:xfrm>
          <a:prstGeom prst="rect">
            <a:avLst/>
          </a:prstGeom>
        </p:spPr>
      </p:pic>
      <p:sp>
        <p:nvSpPr>
          <p:cNvPr id="2" name="Retângulo 1">
            <a:extLst>
              <a:ext uri="{FF2B5EF4-FFF2-40B4-BE49-F238E27FC236}">
                <a16:creationId xmlns:a16="http://schemas.microsoft.com/office/drawing/2014/main" id="{2A67B294-E0C9-DDAB-ADA3-C354FA03E44E}"/>
              </a:ext>
            </a:extLst>
          </p:cNvPr>
          <p:cNvSpPr/>
          <p:nvPr/>
        </p:nvSpPr>
        <p:spPr>
          <a:xfrm>
            <a:off x="0" y="5964349"/>
            <a:ext cx="12382500" cy="3560651"/>
          </a:xfrm>
          <a:prstGeom prst="rect">
            <a:avLst/>
          </a:prstGeom>
          <a:solidFill>
            <a:srgbClr val="1A1B2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730A766C-20D3-55CC-6AF9-D2BF9215090D}"/>
              </a:ext>
            </a:extLst>
          </p:cNvPr>
          <p:cNvSpPr/>
          <p:nvPr/>
        </p:nvSpPr>
        <p:spPr>
          <a:xfrm>
            <a:off x="139026" y="1787437"/>
            <a:ext cx="1101600" cy="360000"/>
          </a:xfrm>
          <a:prstGeom prst="roundRect">
            <a:avLst/>
          </a:prstGeom>
          <a:noFill/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A3718DE6-1434-0D8D-EF97-AE2E23019FB3}"/>
              </a:ext>
            </a:extLst>
          </p:cNvPr>
          <p:cNvSpPr/>
          <p:nvPr/>
        </p:nvSpPr>
        <p:spPr>
          <a:xfrm>
            <a:off x="139026" y="2220317"/>
            <a:ext cx="1101600" cy="360000"/>
          </a:xfrm>
          <a:prstGeom prst="roundRect">
            <a:avLst/>
          </a:prstGeom>
          <a:noFill/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8" name="Retângulo: Cantos Arredondados 17">
            <a:extLst>
              <a:ext uri="{FF2B5EF4-FFF2-40B4-BE49-F238E27FC236}">
                <a16:creationId xmlns:a16="http://schemas.microsoft.com/office/drawing/2014/main" id="{247706C1-42E4-826F-5C73-FE652259DA0C}"/>
              </a:ext>
            </a:extLst>
          </p:cNvPr>
          <p:cNvSpPr/>
          <p:nvPr/>
        </p:nvSpPr>
        <p:spPr>
          <a:xfrm>
            <a:off x="136914" y="2669863"/>
            <a:ext cx="1112109" cy="360000"/>
          </a:xfrm>
          <a:prstGeom prst="roundRect">
            <a:avLst/>
          </a:prstGeom>
          <a:noFill/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9" name="Retângulo: Cantos Arredondados 18">
            <a:extLst>
              <a:ext uri="{FF2B5EF4-FFF2-40B4-BE49-F238E27FC236}">
                <a16:creationId xmlns:a16="http://schemas.microsoft.com/office/drawing/2014/main" id="{EBC4FC4B-101B-7254-122E-C7E10AB59D80}"/>
              </a:ext>
            </a:extLst>
          </p:cNvPr>
          <p:cNvSpPr/>
          <p:nvPr/>
        </p:nvSpPr>
        <p:spPr>
          <a:xfrm>
            <a:off x="147422" y="3118666"/>
            <a:ext cx="1093204" cy="360000"/>
          </a:xfrm>
          <a:prstGeom prst="roundRect">
            <a:avLst/>
          </a:prstGeom>
          <a:noFill/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0" name="Retângulo: Cantos Arredondados 19">
            <a:extLst>
              <a:ext uri="{FF2B5EF4-FFF2-40B4-BE49-F238E27FC236}">
                <a16:creationId xmlns:a16="http://schemas.microsoft.com/office/drawing/2014/main" id="{20FFE293-1899-9685-8354-8BD363A49513}"/>
              </a:ext>
            </a:extLst>
          </p:cNvPr>
          <p:cNvSpPr/>
          <p:nvPr/>
        </p:nvSpPr>
        <p:spPr>
          <a:xfrm>
            <a:off x="155819" y="3583281"/>
            <a:ext cx="1084807" cy="360000"/>
          </a:xfrm>
          <a:prstGeom prst="roundRect">
            <a:avLst/>
          </a:prstGeom>
          <a:noFill/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1" name="Retângulo: Cantos Arredondados 20">
            <a:extLst>
              <a:ext uri="{FF2B5EF4-FFF2-40B4-BE49-F238E27FC236}">
                <a16:creationId xmlns:a16="http://schemas.microsoft.com/office/drawing/2014/main" id="{E7BED4AB-2DF0-C75C-8315-FAEB91D8144B}"/>
              </a:ext>
            </a:extLst>
          </p:cNvPr>
          <p:cNvSpPr/>
          <p:nvPr/>
        </p:nvSpPr>
        <p:spPr>
          <a:xfrm>
            <a:off x="2113089" y="131673"/>
            <a:ext cx="1857375" cy="819150"/>
          </a:xfrm>
          <a:prstGeom prst="roundRect">
            <a:avLst/>
          </a:prstGeom>
          <a:noFill/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2" name="Retângulo: Cantos Arredondados 31">
            <a:extLst>
              <a:ext uri="{FF2B5EF4-FFF2-40B4-BE49-F238E27FC236}">
                <a16:creationId xmlns:a16="http://schemas.microsoft.com/office/drawing/2014/main" id="{27595350-7E9D-D5A2-5A6B-8C1F72B17285}"/>
              </a:ext>
            </a:extLst>
          </p:cNvPr>
          <p:cNvSpPr/>
          <p:nvPr/>
        </p:nvSpPr>
        <p:spPr>
          <a:xfrm>
            <a:off x="73922" y="62877"/>
            <a:ext cx="1551678" cy="1610627"/>
          </a:xfrm>
          <a:prstGeom prst="roundRect">
            <a:avLst/>
          </a:prstGeom>
          <a:noFill/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3" name="Retângulo: Cantos Arredondados 32">
            <a:extLst>
              <a:ext uri="{FF2B5EF4-FFF2-40B4-BE49-F238E27FC236}">
                <a16:creationId xmlns:a16="http://schemas.microsoft.com/office/drawing/2014/main" id="{A39593D1-8256-E5BF-1C58-64E8821F5455}"/>
              </a:ext>
            </a:extLst>
          </p:cNvPr>
          <p:cNvSpPr/>
          <p:nvPr/>
        </p:nvSpPr>
        <p:spPr>
          <a:xfrm>
            <a:off x="5785300" y="5964349"/>
            <a:ext cx="6505575" cy="3219450"/>
          </a:xfrm>
          <a:prstGeom prst="roundRect">
            <a:avLst>
              <a:gd name="adj" fmla="val 2472"/>
            </a:avLst>
          </a:prstGeom>
          <a:noFill/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6847128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1464D7-DD3F-310C-EE71-A13FD398CC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608DC120-71D7-87F1-EA00-AFC457F835C9}"/>
              </a:ext>
            </a:extLst>
          </p:cNvPr>
          <p:cNvSpPr/>
          <p:nvPr/>
        </p:nvSpPr>
        <p:spPr>
          <a:xfrm>
            <a:off x="152729" y="2701880"/>
            <a:ext cx="1112109" cy="514350"/>
          </a:xfrm>
          <a:prstGeom prst="round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0919FC97-AAA4-1937-1EE4-461B85D84805}"/>
              </a:ext>
            </a:extLst>
          </p:cNvPr>
          <p:cNvSpPr/>
          <p:nvPr/>
        </p:nvSpPr>
        <p:spPr>
          <a:xfrm>
            <a:off x="152729" y="3376106"/>
            <a:ext cx="1112109" cy="514350"/>
          </a:xfrm>
          <a:prstGeom prst="round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A7E3DCED-3FAB-97FF-16D8-FB1EFA3C0B26}"/>
              </a:ext>
            </a:extLst>
          </p:cNvPr>
          <p:cNvSpPr/>
          <p:nvPr/>
        </p:nvSpPr>
        <p:spPr>
          <a:xfrm>
            <a:off x="152729" y="4713851"/>
            <a:ext cx="1112109" cy="514350"/>
          </a:xfrm>
          <a:prstGeom prst="round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65427238-7F8F-A19C-509E-10D72F2F3E49}"/>
              </a:ext>
            </a:extLst>
          </p:cNvPr>
          <p:cNvSpPr/>
          <p:nvPr/>
        </p:nvSpPr>
        <p:spPr>
          <a:xfrm>
            <a:off x="152729" y="4039625"/>
            <a:ext cx="1112109" cy="514350"/>
          </a:xfrm>
          <a:prstGeom prst="round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29BF2B20-AF56-3CE1-1801-DF7DA6D12445}"/>
              </a:ext>
            </a:extLst>
          </p:cNvPr>
          <p:cNvSpPr/>
          <p:nvPr/>
        </p:nvSpPr>
        <p:spPr>
          <a:xfrm>
            <a:off x="136914" y="2042195"/>
            <a:ext cx="1112109" cy="447675"/>
          </a:xfrm>
          <a:prstGeom prst="round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22617175-4CD0-7149-A023-4818645D232E}"/>
              </a:ext>
            </a:extLst>
          </p:cNvPr>
          <p:cNvSpPr/>
          <p:nvPr/>
        </p:nvSpPr>
        <p:spPr>
          <a:xfrm>
            <a:off x="83038" y="147504"/>
            <a:ext cx="1809750" cy="1714500"/>
          </a:xfrm>
          <a:prstGeom prst="round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96C128DE-3F07-3ADB-1744-D0FDF485E784}"/>
              </a:ext>
            </a:extLst>
          </p:cNvPr>
          <p:cNvSpPr/>
          <p:nvPr/>
        </p:nvSpPr>
        <p:spPr>
          <a:xfrm>
            <a:off x="91441" y="68313"/>
            <a:ext cx="1714500" cy="1714500"/>
          </a:xfrm>
          <a:prstGeom prst="round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3470AB7A-1DB0-05F3-1A74-ED8695869A58}"/>
              </a:ext>
            </a:extLst>
          </p:cNvPr>
          <p:cNvSpPr/>
          <p:nvPr/>
        </p:nvSpPr>
        <p:spPr>
          <a:xfrm>
            <a:off x="80259" y="1878183"/>
            <a:ext cx="1101600" cy="360000"/>
          </a:xfrm>
          <a:prstGeom prst="round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2" name="Retângulo: Cantos Arredondados 21">
            <a:extLst>
              <a:ext uri="{FF2B5EF4-FFF2-40B4-BE49-F238E27FC236}">
                <a16:creationId xmlns:a16="http://schemas.microsoft.com/office/drawing/2014/main" id="{E57DC37B-74C3-EFA8-EABA-A5462F8BDD98}"/>
              </a:ext>
            </a:extLst>
          </p:cNvPr>
          <p:cNvSpPr/>
          <p:nvPr/>
        </p:nvSpPr>
        <p:spPr>
          <a:xfrm>
            <a:off x="80259" y="2311063"/>
            <a:ext cx="1101600" cy="360000"/>
          </a:xfrm>
          <a:prstGeom prst="round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3" name="Retângulo: Cantos Arredondados 22">
            <a:extLst>
              <a:ext uri="{FF2B5EF4-FFF2-40B4-BE49-F238E27FC236}">
                <a16:creationId xmlns:a16="http://schemas.microsoft.com/office/drawing/2014/main" id="{07396254-C2F7-AE95-53AA-C7847E4F57FD}"/>
              </a:ext>
            </a:extLst>
          </p:cNvPr>
          <p:cNvSpPr/>
          <p:nvPr/>
        </p:nvSpPr>
        <p:spPr>
          <a:xfrm>
            <a:off x="73922" y="2785503"/>
            <a:ext cx="1101600" cy="360000"/>
          </a:xfrm>
          <a:prstGeom prst="round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4" name="Retângulo: Cantos Arredondados 23">
            <a:extLst>
              <a:ext uri="{FF2B5EF4-FFF2-40B4-BE49-F238E27FC236}">
                <a16:creationId xmlns:a16="http://schemas.microsoft.com/office/drawing/2014/main" id="{3D4439C1-D49B-5BF7-168D-28BB4DC9DA43}"/>
              </a:ext>
            </a:extLst>
          </p:cNvPr>
          <p:cNvSpPr/>
          <p:nvPr/>
        </p:nvSpPr>
        <p:spPr>
          <a:xfrm>
            <a:off x="82371" y="3248240"/>
            <a:ext cx="1101600" cy="360000"/>
          </a:xfrm>
          <a:prstGeom prst="round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5" name="Retângulo: Cantos Arredondados 24">
            <a:extLst>
              <a:ext uri="{FF2B5EF4-FFF2-40B4-BE49-F238E27FC236}">
                <a16:creationId xmlns:a16="http://schemas.microsoft.com/office/drawing/2014/main" id="{695E6A4A-2448-2A9D-6595-1ACD755C9EA2}"/>
              </a:ext>
            </a:extLst>
          </p:cNvPr>
          <p:cNvSpPr/>
          <p:nvPr/>
        </p:nvSpPr>
        <p:spPr>
          <a:xfrm>
            <a:off x="73922" y="3710456"/>
            <a:ext cx="1101600" cy="360000"/>
          </a:xfrm>
          <a:prstGeom prst="round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6" name="Retângulo: Cantos Arredondados 25">
            <a:extLst>
              <a:ext uri="{FF2B5EF4-FFF2-40B4-BE49-F238E27FC236}">
                <a16:creationId xmlns:a16="http://schemas.microsoft.com/office/drawing/2014/main" id="{32EBF382-7C35-DB28-759B-CE4582555DCE}"/>
              </a:ext>
            </a:extLst>
          </p:cNvPr>
          <p:cNvSpPr/>
          <p:nvPr/>
        </p:nvSpPr>
        <p:spPr>
          <a:xfrm>
            <a:off x="1959515" y="69767"/>
            <a:ext cx="1857375" cy="819150"/>
          </a:xfrm>
          <a:prstGeom prst="round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pic>
        <p:nvPicPr>
          <p:cNvPr id="3" name="Gráfico 2">
            <a:extLst>
              <a:ext uri="{FF2B5EF4-FFF2-40B4-BE49-F238E27FC236}">
                <a16:creationId xmlns:a16="http://schemas.microsoft.com/office/drawing/2014/main" id="{94D1AF9C-D2B4-547F-949E-39D2AC1828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-18536"/>
            <a:ext cx="12398848" cy="7207817"/>
          </a:xfrm>
          <a:prstGeom prst="rect">
            <a:avLst/>
          </a:prstGeom>
        </p:spPr>
      </p:pic>
      <p:sp>
        <p:nvSpPr>
          <p:cNvPr id="2" name="Retângulo 1">
            <a:extLst>
              <a:ext uri="{FF2B5EF4-FFF2-40B4-BE49-F238E27FC236}">
                <a16:creationId xmlns:a16="http://schemas.microsoft.com/office/drawing/2014/main" id="{77E79D5C-45CB-050C-6D05-F40B03AB261D}"/>
              </a:ext>
            </a:extLst>
          </p:cNvPr>
          <p:cNvSpPr/>
          <p:nvPr/>
        </p:nvSpPr>
        <p:spPr>
          <a:xfrm>
            <a:off x="0" y="7189281"/>
            <a:ext cx="12382500" cy="2335719"/>
          </a:xfrm>
          <a:prstGeom prst="rect">
            <a:avLst/>
          </a:prstGeom>
          <a:solidFill>
            <a:srgbClr val="1A1B2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A659A21A-8622-E53C-2550-A1EBD3EB2769}"/>
              </a:ext>
            </a:extLst>
          </p:cNvPr>
          <p:cNvSpPr/>
          <p:nvPr/>
        </p:nvSpPr>
        <p:spPr>
          <a:xfrm>
            <a:off x="73922" y="55546"/>
            <a:ext cx="1551678" cy="1610627"/>
          </a:xfrm>
          <a:prstGeom prst="roundRect">
            <a:avLst/>
          </a:prstGeom>
          <a:solidFill>
            <a:schemeClr val="bg1"/>
          </a:solidFill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6D06C4F5-9A66-1BB7-4389-2DDBC2E6BEF4}"/>
              </a:ext>
            </a:extLst>
          </p:cNvPr>
          <p:cNvSpPr/>
          <p:nvPr/>
        </p:nvSpPr>
        <p:spPr>
          <a:xfrm>
            <a:off x="139026" y="1787437"/>
            <a:ext cx="1101600" cy="360000"/>
          </a:xfrm>
          <a:prstGeom prst="roundRect">
            <a:avLst/>
          </a:prstGeom>
          <a:solidFill>
            <a:schemeClr val="bg1"/>
          </a:solidFill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EEA2976E-1AF3-D114-30FC-2E5AECFCC506}"/>
              </a:ext>
            </a:extLst>
          </p:cNvPr>
          <p:cNvSpPr/>
          <p:nvPr/>
        </p:nvSpPr>
        <p:spPr>
          <a:xfrm>
            <a:off x="139026" y="2220317"/>
            <a:ext cx="1101600" cy="360000"/>
          </a:xfrm>
          <a:prstGeom prst="roundRect">
            <a:avLst/>
          </a:prstGeom>
          <a:solidFill>
            <a:schemeClr val="bg1"/>
          </a:solidFill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8" name="Retângulo: Cantos Arredondados 17">
            <a:extLst>
              <a:ext uri="{FF2B5EF4-FFF2-40B4-BE49-F238E27FC236}">
                <a16:creationId xmlns:a16="http://schemas.microsoft.com/office/drawing/2014/main" id="{7E6A7059-30D2-6923-AF67-1622E8737DCD}"/>
              </a:ext>
            </a:extLst>
          </p:cNvPr>
          <p:cNvSpPr/>
          <p:nvPr/>
        </p:nvSpPr>
        <p:spPr>
          <a:xfrm>
            <a:off x="136914" y="2669863"/>
            <a:ext cx="1112109" cy="360000"/>
          </a:xfrm>
          <a:prstGeom prst="roundRect">
            <a:avLst/>
          </a:prstGeom>
          <a:solidFill>
            <a:schemeClr val="bg1"/>
          </a:solidFill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9" name="Retângulo: Cantos Arredondados 18">
            <a:extLst>
              <a:ext uri="{FF2B5EF4-FFF2-40B4-BE49-F238E27FC236}">
                <a16:creationId xmlns:a16="http://schemas.microsoft.com/office/drawing/2014/main" id="{DC491380-D666-7016-1956-76B5A96EEAE2}"/>
              </a:ext>
            </a:extLst>
          </p:cNvPr>
          <p:cNvSpPr/>
          <p:nvPr/>
        </p:nvSpPr>
        <p:spPr>
          <a:xfrm>
            <a:off x="147422" y="3118666"/>
            <a:ext cx="1093204" cy="360000"/>
          </a:xfrm>
          <a:prstGeom prst="roundRect">
            <a:avLst/>
          </a:prstGeom>
          <a:solidFill>
            <a:schemeClr val="bg1"/>
          </a:solidFill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0" name="Retângulo: Cantos Arredondados 19">
            <a:extLst>
              <a:ext uri="{FF2B5EF4-FFF2-40B4-BE49-F238E27FC236}">
                <a16:creationId xmlns:a16="http://schemas.microsoft.com/office/drawing/2014/main" id="{330BCF25-6F4A-6A07-2F6B-636E517F297A}"/>
              </a:ext>
            </a:extLst>
          </p:cNvPr>
          <p:cNvSpPr/>
          <p:nvPr/>
        </p:nvSpPr>
        <p:spPr>
          <a:xfrm>
            <a:off x="155819" y="3583281"/>
            <a:ext cx="1084807" cy="360000"/>
          </a:xfrm>
          <a:prstGeom prst="roundRect">
            <a:avLst/>
          </a:prstGeom>
          <a:solidFill>
            <a:schemeClr val="bg1"/>
          </a:solidFill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1" name="Retângulo: Cantos Arredondados 20">
            <a:extLst>
              <a:ext uri="{FF2B5EF4-FFF2-40B4-BE49-F238E27FC236}">
                <a16:creationId xmlns:a16="http://schemas.microsoft.com/office/drawing/2014/main" id="{E382CCB9-F3AF-E8CA-915F-F86E733DF1C9}"/>
              </a:ext>
            </a:extLst>
          </p:cNvPr>
          <p:cNvSpPr/>
          <p:nvPr/>
        </p:nvSpPr>
        <p:spPr>
          <a:xfrm>
            <a:off x="8966834" y="671379"/>
            <a:ext cx="3324225" cy="666750"/>
          </a:xfrm>
          <a:prstGeom prst="roundRect">
            <a:avLst/>
          </a:prstGeom>
          <a:solidFill>
            <a:schemeClr val="bg1"/>
          </a:solidFill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628170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60ACCF-EB46-9AA9-8DC8-E63E1DF3F1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1775D56F-8444-EED3-E166-6919FF668A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14" y="0"/>
            <a:ext cx="12316266" cy="9525000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32BFE89F-4072-DD1A-59EB-6ACEFE0467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" y="37071"/>
            <a:ext cx="12381586" cy="9525000"/>
          </a:xfrm>
          <a:prstGeom prst="rect">
            <a:avLst/>
          </a:prstGeom>
        </p:spPr>
      </p:pic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7F831A13-C0C9-9FF8-994D-976D85439BF7}"/>
              </a:ext>
            </a:extLst>
          </p:cNvPr>
          <p:cNvSpPr/>
          <p:nvPr/>
        </p:nvSpPr>
        <p:spPr>
          <a:xfrm>
            <a:off x="152729" y="2701880"/>
            <a:ext cx="1112109" cy="514350"/>
          </a:xfrm>
          <a:prstGeom prst="round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F5B30E9D-FCBE-75E3-92FB-0267B261772D}"/>
              </a:ext>
            </a:extLst>
          </p:cNvPr>
          <p:cNvSpPr/>
          <p:nvPr/>
        </p:nvSpPr>
        <p:spPr>
          <a:xfrm>
            <a:off x="152729" y="3376106"/>
            <a:ext cx="1112109" cy="514350"/>
          </a:xfrm>
          <a:prstGeom prst="round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4FEDD1C3-49DB-95F0-A2C8-426D0054C175}"/>
              </a:ext>
            </a:extLst>
          </p:cNvPr>
          <p:cNvSpPr/>
          <p:nvPr/>
        </p:nvSpPr>
        <p:spPr>
          <a:xfrm>
            <a:off x="152729" y="4713851"/>
            <a:ext cx="1112109" cy="514350"/>
          </a:xfrm>
          <a:prstGeom prst="round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DAC03C5B-9A01-8617-3C93-8C21418236C1}"/>
              </a:ext>
            </a:extLst>
          </p:cNvPr>
          <p:cNvSpPr/>
          <p:nvPr/>
        </p:nvSpPr>
        <p:spPr>
          <a:xfrm>
            <a:off x="152729" y="4039625"/>
            <a:ext cx="1112109" cy="514350"/>
          </a:xfrm>
          <a:prstGeom prst="round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9D719E06-5FD2-BA3D-B309-D6B936669E91}"/>
              </a:ext>
            </a:extLst>
          </p:cNvPr>
          <p:cNvSpPr/>
          <p:nvPr/>
        </p:nvSpPr>
        <p:spPr>
          <a:xfrm>
            <a:off x="136914" y="2042195"/>
            <a:ext cx="1112109" cy="447675"/>
          </a:xfrm>
          <a:prstGeom prst="round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710024DB-615B-5ABA-AB85-A433BB11B71C}"/>
              </a:ext>
            </a:extLst>
          </p:cNvPr>
          <p:cNvSpPr/>
          <p:nvPr/>
        </p:nvSpPr>
        <p:spPr>
          <a:xfrm>
            <a:off x="83038" y="147504"/>
            <a:ext cx="1809750" cy="1714500"/>
          </a:xfrm>
          <a:prstGeom prst="round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pic>
        <p:nvPicPr>
          <p:cNvPr id="14" name="Imagem 13">
            <a:extLst>
              <a:ext uri="{FF2B5EF4-FFF2-40B4-BE49-F238E27FC236}">
                <a16:creationId xmlns:a16="http://schemas.microsoft.com/office/drawing/2014/main" id="{D37E5D5E-3851-0110-1836-53A83AE02FF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381586" cy="9525000"/>
          </a:xfrm>
          <a:prstGeom prst="rect">
            <a:avLst/>
          </a:prstGeom>
        </p:spPr>
      </p:pic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970454C6-B126-00B9-1F5A-72578BF1CCC0}"/>
              </a:ext>
            </a:extLst>
          </p:cNvPr>
          <p:cNvSpPr/>
          <p:nvPr/>
        </p:nvSpPr>
        <p:spPr>
          <a:xfrm>
            <a:off x="91441" y="68313"/>
            <a:ext cx="1714500" cy="1714500"/>
          </a:xfrm>
          <a:prstGeom prst="round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1ED3E20C-7E92-98A4-9114-DC3C4ABBA817}"/>
              </a:ext>
            </a:extLst>
          </p:cNvPr>
          <p:cNvSpPr/>
          <p:nvPr/>
        </p:nvSpPr>
        <p:spPr>
          <a:xfrm>
            <a:off x="80259" y="1878183"/>
            <a:ext cx="1101600" cy="360000"/>
          </a:xfrm>
          <a:prstGeom prst="round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2" name="Retângulo: Cantos Arredondados 21">
            <a:extLst>
              <a:ext uri="{FF2B5EF4-FFF2-40B4-BE49-F238E27FC236}">
                <a16:creationId xmlns:a16="http://schemas.microsoft.com/office/drawing/2014/main" id="{60EE2ECF-0684-4549-49AD-4F1C042B1F14}"/>
              </a:ext>
            </a:extLst>
          </p:cNvPr>
          <p:cNvSpPr/>
          <p:nvPr/>
        </p:nvSpPr>
        <p:spPr>
          <a:xfrm>
            <a:off x="80259" y="2311063"/>
            <a:ext cx="1101600" cy="360000"/>
          </a:xfrm>
          <a:prstGeom prst="round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3" name="Retângulo: Cantos Arredondados 22">
            <a:extLst>
              <a:ext uri="{FF2B5EF4-FFF2-40B4-BE49-F238E27FC236}">
                <a16:creationId xmlns:a16="http://schemas.microsoft.com/office/drawing/2014/main" id="{128B7A79-BC3F-37FA-F0FC-C08AD0B6DA13}"/>
              </a:ext>
            </a:extLst>
          </p:cNvPr>
          <p:cNvSpPr/>
          <p:nvPr/>
        </p:nvSpPr>
        <p:spPr>
          <a:xfrm>
            <a:off x="73922" y="2785503"/>
            <a:ext cx="1101600" cy="360000"/>
          </a:xfrm>
          <a:prstGeom prst="round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4" name="Retângulo: Cantos Arredondados 23">
            <a:extLst>
              <a:ext uri="{FF2B5EF4-FFF2-40B4-BE49-F238E27FC236}">
                <a16:creationId xmlns:a16="http://schemas.microsoft.com/office/drawing/2014/main" id="{8339416C-73BA-8C28-ED2A-A91BDC2B1F84}"/>
              </a:ext>
            </a:extLst>
          </p:cNvPr>
          <p:cNvSpPr/>
          <p:nvPr/>
        </p:nvSpPr>
        <p:spPr>
          <a:xfrm>
            <a:off x="82371" y="3248240"/>
            <a:ext cx="1101600" cy="360000"/>
          </a:xfrm>
          <a:prstGeom prst="round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5" name="Retângulo: Cantos Arredondados 24">
            <a:extLst>
              <a:ext uri="{FF2B5EF4-FFF2-40B4-BE49-F238E27FC236}">
                <a16:creationId xmlns:a16="http://schemas.microsoft.com/office/drawing/2014/main" id="{9843E4EE-6227-B5D4-7471-49418308C91D}"/>
              </a:ext>
            </a:extLst>
          </p:cNvPr>
          <p:cNvSpPr/>
          <p:nvPr/>
        </p:nvSpPr>
        <p:spPr>
          <a:xfrm>
            <a:off x="73922" y="3710456"/>
            <a:ext cx="1101600" cy="360000"/>
          </a:xfrm>
          <a:prstGeom prst="round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6" name="Retângulo: Cantos Arredondados 25">
            <a:extLst>
              <a:ext uri="{FF2B5EF4-FFF2-40B4-BE49-F238E27FC236}">
                <a16:creationId xmlns:a16="http://schemas.microsoft.com/office/drawing/2014/main" id="{1C17DCF3-53F3-0BC9-C6EC-F6E1B084334F}"/>
              </a:ext>
            </a:extLst>
          </p:cNvPr>
          <p:cNvSpPr/>
          <p:nvPr/>
        </p:nvSpPr>
        <p:spPr>
          <a:xfrm>
            <a:off x="1959515" y="69767"/>
            <a:ext cx="1857375" cy="819150"/>
          </a:xfrm>
          <a:prstGeom prst="round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45634964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844</TotalTime>
  <Words>0</Words>
  <Application>Microsoft Office PowerPoint</Application>
  <PresentationFormat>Personalizar</PresentationFormat>
  <Paragraphs>0</Paragraphs>
  <Slides>8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Lucas Freitas</dc:creator>
  <cp:lastModifiedBy>ti sedec</cp:lastModifiedBy>
  <cp:revision>7</cp:revision>
  <dcterms:created xsi:type="dcterms:W3CDTF">2024-04-15T15:08:03Z</dcterms:created>
  <dcterms:modified xsi:type="dcterms:W3CDTF">2025-08-13T11:56:02Z</dcterms:modified>
</cp:coreProperties>
</file>